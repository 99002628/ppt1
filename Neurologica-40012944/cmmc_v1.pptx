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8" r:id="rId2"/>
    <p:sldId id="259" r:id="rId3"/>
    <p:sldId id="271" r:id="rId4"/>
    <p:sldId id="262" r:id="rId5"/>
    <p:sldId id="263" r:id="rId6"/>
    <p:sldId id="264" r:id="rId7"/>
    <p:sldId id="276" r:id="rId8"/>
    <p:sldId id="273" r:id="rId9"/>
    <p:sldId id="274" r:id="rId10"/>
    <p:sldId id="275" r:id="rId11"/>
    <p:sldId id="265" r:id="rId12"/>
    <p:sldId id="266" r:id="rId13"/>
    <p:sldId id="27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5" autoAdjust="0"/>
    <p:restoredTop sz="94660"/>
  </p:normalViewPr>
  <p:slideViewPr>
    <p:cSldViewPr snapToGrid="0">
      <p:cViewPr varScale="1">
        <p:scale>
          <a:sx n="90" d="100"/>
          <a:sy n="90" d="100"/>
        </p:scale>
        <p:origin x="48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6E9D35-1432-4CC3-9E68-5BFFF2F810E7}" type="datetimeFigureOut">
              <a:rPr lang="en-IN" smtClean="0"/>
              <a:t>05-02-2021</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8F88AD-50CA-4E5D-A219-7111A22BB95D}" type="slidenum">
              <a:rPr lang="en-IN" smtClean="0"/>
              <a:t>‹#›</a:t>
            </a:fld>
            <a:endParaRPr lang="en-IN"/>
          </a:p>
        </p:txBody>
      </p:sp>
    </p:spTree>
    <p:extLst>
      <p:ext uri="{BB962C8B-B14F-4D97-AF65-F5344CB8AC3E}">
        <p14:creationId xmlns:p14="http://schemas.microsoft.com/office/powerpoint/2010/main" val="40137065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BE2685E3-6013-4F82-A54E-C1D40698F41E}" type="datetimeFigureOut">
              <a:rPr lang="en-IN" smtClean="0"/>
              <a:t>05-02-2021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D1DAFD5-EFF1-43A2-A79E-5CEC17599A14}" type="slidenum">
              <a:rPr lang="en-IN" smtClean="0"/>
              <a:t>‹#›</a:t>
            </a:fld>
            <a:endParaRPr lang="en-IN"/>
          </a:p>
        </p:txBody>
      </p:sp>
    </p:spTree>
    <p:extLst>
      <p:ext uri="{BB962C8B-B14F-4D97-AF65-F5344CB8AC3E}">
        <p14:creationId xmlns:p14="http://schemas.microsoft.com/office/powerpoint/2010/main" val="2456996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E2685E3-6013-4F82-A54E-C1D40698F41E}" type="datetimeFigureOut">
              <a:rPr lang="en-IN" smtClean="0"/>
              <a:t>05-02-2021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D1DAFD5-EFF1-43A2-A79E-5CEC17599A14}" type="slidenum">
              <a:rPr lang="en-IN" smtClean="0"/>
              <a:t>‹#›</a:t>
            </a:fld>
            <a:endParaRPr lang="en-IN"/>
          </a:p>
        </p:txBody>
      </p:sp>
    </p:spTree>
    <p:extLst>
      <p:ext uri="{BB962C8B-B14F-4D97-AF65-F5344CB8AC3E}">
        <p14:creationId xmlns:p14="http://schemas.microsoft.com/office/powerpoint/2010/main" val="34619445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E2685E3-6013-4F82-A54E-C1D40698F41E}" type="datetimeFigureOut">
              <a:rPr lang="en-IN" smtClean="0"/>
              <a:t>05-02-2021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D1DAFD5-EFF1-43A2-A79E-5CEC17599A14}" type="slidenum">
              <a:rPr lang="en-IN" smtClean="0"/>
              <a:t>‹#›</a:t>
            </a:fld>
            <a:endParaRPr lang="en-IN"/>
          </a:p>
        </p:txBody>
      </p:sp>
    </p:spTree>
    <p:extLst>
      <p:ext uri="{BB962C8B-B14F-4D97-AF65-F5344CB8AC3E}">
        <p14:creationId xmlns:p14="http://schemas.microsoft.com/office/powerpoint/2010/main" val="2884767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BE2685E3-6013-4F82-A54E-C1D40698F41E}" type="datetimeFigureOut">
              <a:rPr lang="en-IN" smtClean="0"/>
              <a:t>05-02-2021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D1DAFD5-EFF1-43A2-A79E-5CEC17599A14}" type="slidenum">
              <a:rPr lang="en-IN" smtClean="0"/>
              <a:t>‹#›</a:t>
            </a:fld>
            <a:endParaRPr lang="en-IN"/>
          </a:p>
        </p:txBody>
      </p:sp>
    </p:spTree>
    <p:extLst>
      <p:ext uri="{BB962C8B-B14F-4D97-AF65-F5344CB8AC3E}">
        <p14:creationId xmlns:p14="http://schemas.microsoft.com/office/powerpoint/2010/main" val="25571442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BE2685E3-6013-4F82-A54E-C1D40698F41E}" type="datetimeFigureOut">
              <a:rPr lang="en-IN" smtClean="0"/>
              <a:t>05-02-2021</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D1DAFD5-EFF1-43A2-A79E-5CEC17599A14}" type="slidenum">
              <a:rPr lang="en-IN" smtClean="0"/>
              <a:t>‹#›</a:t>
            </a:fld>
            <a:endParaRPr lang="en-IN"/>
          </a:p>
        </p:txBody>
      </p:sp>
    </p:spTree>
    <p:extLst>
      <p:ext uri="{BB962C8B-B14F-4D97-AF65-F5344CB8AC3E}">
        <p14:creationId xmlns:p14="http://schemas.microsoft.com/office/powerpoint/2010/main" val="410025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BE2685E3-6013-4F82-A54E-C1D40698F41E}" type="datetimeFigureOut">
              <a:rPr lang="en-IN" smtClean="0"/>
              <a:t>05-02-2021</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D1DAFD5-EFF1-43A2-A79E-5CEC17599A14}" type="slidenum">
              <a:rPr lang="en-IN" smtClean="0"/>
              <a:t>‹#›</a:t>
            </a:fld>
            <a:endParaRPr lang="en-IN"/>
          </a:p>
        </p:txBody>
      </p:sp>
    </p:spTree>
    <p:extLst>
      <p:ext uri="{BB962C8B-B14F-4D97-AF65-F5344CB8AC3E}">
        <p14:creationId xmlns:p14="http://schemas.microsoft.com/office/powerpoint/2010/main" val="18499843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E2685E3-6013-4F82-A54E-C1D40698F41E}" type="datetimeFigureOut">
              <a:rPr lang="en-IN" smtClean="0"/>
              <a:t>05-02-2021</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D1DAFD5-EFF1-43A2-A79E-5CEC17599A14}" type="slidenum">
              <a:rPr lang="en-IN" smtClean="0"/>
              <a:t>‹#›</a:t>
            </a:fld>
            <a:endParaRPr lang="en-IN"/>
          </a:p>
        </p:txBody>
      </p:sp>
    </p:spTree>
    <p:extLst>
      <p:ext uri="{BB962C8B-B14F-4D97-AF65-F5344CB8AC3E}">
        <p14:creationId xmlns:p14="http://schemas.microsoft.com/office/powerpoint/2010/main" val="10465436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E2685E3-6013-4F82-A54E-C1D40698F41E}" type="datetimeFigureOut">
              <a:rPr lang="en-IN" smtClean="0"/>
              <a:t>05-02-2021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D1DAFD5-EFF1-43A2-A79E-5CEC17599A14}" type="slidenum">
              <a:rPr lang="en-IN" smtClean="0"/>
              <a:t>‹#›</a:t>
            </a:fld>
            <a:endParaRPr lang="en-IN"/>
          </a:p>
        </p:txBody>
      </p:sp>
    </p:spTree>
    <p:extLst>
      <p:ext uri="{BB962C8B-B14F-4D97-AF65-F5344CB8AC3E}">
        <p14:creationId xmlns:p14="http://schemas.microsoft.com/office/powerpoint/2010/main" val="27157159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E2685E3-6013-4F82-A54E-C1D40698F41E}" type="datetimeFigureOut">
              <a:rPr lang="en-IN" smtClean="0"/>
              <a:t>05-02-2021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D1DAFD5-EFF1-43A2-A79E-5CEC17599A14}" type="slidenum">
              <a:rPr lang="en-IN" smtClean="0"/>
              <a:t>‹#›</a:t>
            </a:fld>
            <a:endParaRPr lang="en-IN"/>
          </a:p>
        </p:txBody>
      </p:sp>
    </p:spTree>
    <p:extLst>
      <p:ext uri="{BB962C8B-B14F-4D97-AF65-F5344CB8AC3E}">
        <p14:creationId xmlns:p14="http://schemas.microsoft.com/office/powerpoint/2010/main" val="19307155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E2685E3-6013-4F82-A54E-C1D40698F41E}" type="datetimeFigureOut">
              <a:rPr lang="en-IN" smtClean="0"/>
              <a:t>05-02-2021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D1DAFD5-EFF1-43A2-A79E-5CEC17599A14}" type="slidenum">
              <a:rPr lang="en-IN" smtClean="0"/>
              <a:t>‹#›</a:t>
            </a:fld>
            <a:endParaRPr lang="en-IN"/>
          </a:p>
        </p:txBody>
      </p:sp>
    </p:spTree>
    <p:extLst>
      <p:ext uri="{BB962C8B-B14F-4D97-AF65-F5344CB8AC3E}">
        <p14:creationId xmlns:p14="http://schemas.microsoft.com/office/powerpoint/2010/main" val="19025139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E2685E3-6013-4F82-A54E-C1D40698F41E}" type="datetimeFigureOut">
              <a:rPr lang="en-IN" smtClean="0"/>
              <a:t>05-02-2021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D1DAFD5-EFF1-43A2-A79E-5CEC17599A14}" type="slidenum">
              <a:rPr lang="en-IN" smtClean="0"/>
              <a:t>‹#›</a:t>
            </a:fld>
            <a:endParaRPr lang="en-IN"/>
          </a:p>
        </p:txBody>
      </p:sp>
    </p:spTree>
    <p:extLst>
      <p:ext uri="{BB962C8B-B14F-4D97-AF65-F5344CB8AC3E}">
        <p14:creationId xmlns:p14="http://schemas.microsoft.com/office/powerpoint/2010/main" val="25026776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Title Slide">
    <p:spTree>
      <p:nvGrpSpPr>
        <p:cNvPr id="1" name=""/>
        <p:cNvGrpSpPr/>
        <p:nvPr/>
      </p:nvGrpSpPr>
      <p:grpSpPr>
        <a:xfrm>
          <a:off x="0" y="0"/>
          <a:ext cx="0" cy="0"/>
          <a:chOff x="0" y="0"/>
          <a:chExt cx="0" cy="0"/>
        </a:xfrm>
      </p:grpSpPr>
      <p:grpSp>
        <p:nvGrpSpPr>
          <p:cNvPr id="213" name="Group 212"/>
          <p:cNvGrpSpPr/>
          <p:nvPr userDrawn="1"/>
        </p:nvGrpSpPr>
        <p:grpSpPr bwMode="gray">
          <a:xfrm>
            <a:off x="-1" y="0"/>
            <a:ext cx="12183353" cy="6553200"/>
            <a:chOff x="-1" y="0"/>
            <a:chExt cx="9137515" cy="4914900"/>
          </a:xfrm>
        </p:grpSpPr>
        <p:cxnSp>
          <p:nvCxnSpPr>
            <p:cNvPr id="63" name="Straight Connector 62"/>
            <p:cNvCxnSpPr/>
            <p:nvPr userDrawn="1"/>
          </p:nvCxnSpPr>
          <p:spPr bwMode="gray">
            <a:xfrm>
              <a:off x="142570"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userDrawn="1"/>
          </p:nvCxnSpPr>
          <p:spPr bwMode="gray">
            <a:xfrm>
              <a:off x="295300"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userDrawn="1"/>
          </p:nvCxnSpPr>
          <p:spPr bwMode="gray">
            <a:xfrm>
              <a:off x="448029"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userDrawn="1"/>
          </p:nvCxnSpPr>
          <p:spPr bwMode="gray">
            <a:xfrm>
              <a:off x="600759"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userDrawn="1"/>
          </p:nvCxnSpPr>
          <p:spPr bwMode="gray">
            <a:xfrm>
              <a:off x="753488"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userDrawn="1"/>
          </p:nvCxnSpPr>
          <p:spPr bwMode="gray">
            <a:xfrm>
              <a:off x="906218"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userDrawn="1"/>
          </p:nvCxnSpPr>
          <p:spPr bwMode="gray">
            <a:xfrm>
              <a:off x="1058948"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userDrawn="1"/>
          </p:nvCxnSpPr>
          <p:spPr bwMode="gray">
            <a:xfrm>
              <a:off x="1211677"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userDrawn="1"/>
          </p:nvCxnSpPr>
          <p:spPr bwMode="gray">
            <a:xfrm>
              <a:off x="1364407"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userDrawn="1"/>
          </p:nvCxnSpPr>
          <p:spPr bwMode="gray">
            <a:xfrm>
              <a:off x="1517136"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p:nvPr userDrawn="1"/>
          </p:nvCxnSpPr>
          <p:spPr bwMode="gray">
            <a:xfrm>
              <a:off x="1669866"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p:nvPr userDrawn="1"/>
          </p:nvCxnSpPr>
          <p:spPr bwMode="gray">
            <a:xfrm>
              <a:off x="1822596"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userDrawn="1"/>
          </p:nvCxnSpPr>
          <p:spPr bwMode="gray">
            <a:xfrm>
              <a:off x="1975325"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userDrawn="1"/>
          </p:nvCxnSpPr>
          <p:spPr bwMode="gray">
            <a:xfrm>
              <a:off x="2128055"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userDrawn="1"/>
          </p:nvCxnSpPr>
          <p:spPr bwMode="gray">
            <a:xfrm>
              <a:off x="2280784"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userDrawn="1"/>
          </p:nvCxnSpPr>
          <p:spPr bwMode="gray">
            <a:xfrm>
              <a:off x="2433514"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userDrawn="1"/>
          </p:nvCxnSpPr>
          <p:spPr bwMode="gray">
            <a:xfrm>
              <a:off x="2586244"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userDrawn="1"/>
          </p:nvCxnSpPr>
          <p:spPr bwMode="gray">
            <a:xfrm>
              <a:off x="2738973"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userDrawn="1"/>
          </p:nvCxnSpPr>
          <p:spPr bwMode="gray">
            <a:xfrm>
              <a:off x="2891703"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userDrawn="1"/>
          </p:nvCxnSpPr>
          <p:spPr bwMode="gray">
            <a:xfrm>
              <a:off x="3044432"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userDrawn="1"/>
          </p:nvCxnSpPr>
          <p:spPr bwMode="gray">
            <a:xfrm>
              <a:off x="3197162"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userDrawn="1"/>
          </p:nvCxnSpPr>
          <p:spPr bwMode="gray">
            <a:xfrm>
              <a:off x="3349892"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userDrawn="1"/>
          </p:nvCxnSpPr>
          <p:spPr bwMode="gray">
            <a:xfrm>
              <a:off x="3502621"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userDrawn="1"/>
          </p:nvCxnSpPr>
          <p:spPr bwMode="gray">
            <a:xfrm>
              <a:off x="3655351"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userDrawn="1"/>
          </p:nvCxnSpPr>
          <p:spPr bwMode="gray">
            <a:xfrm>
              <a:off x="3808080"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userDrawn="1"/>
          </p:nvCxnSpPr>
          <p:spPr bwMode="gray">
            <a:xfrm>
              <a:off x="3960810"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userDrawn="1"/>
          </p:nvCxnSpPr>
          <p:spPr bwMode="gray">
            <a:xfrm>
              <a:off x="4113540"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userDrawn="1"/>
          </p:nvCxnSpPr>
          <p:spPr bwMode="gray">
            <a:xfrm>
              <a:off x="4266269"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userDrawn="1"/>
          </p:nvCxnSpPr>
          <p:spPr bwMode="gray">
            <a:xfrm>
              <a:off x="4418999"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userDrawn="1"/>
          </p:nvCxnSpPr>
          <p:spPr bwMode="gray">
            <a:xfrm>
              <a:off x="4571728"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p:nvPr userDrawn="1"/>
          </p:nvCxnSpPr>
          <p:spPr bwMode="gray">
            <a:xfrm>
              <a:off x="4724458"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p:nvPr userDrawn="1"/>
          </p:nvCxnSpPr>
          <p:spPr bwMode="gray">
            <a:xfrm>
              <a:off x="4877188"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p:nvPr userDrawn="1"/>
          </p:nvCxnSpPr>
          <p:spPr bwMode="gray">
            <a:xfrm>
              <a:off x="5029917"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96" name="Straight Connector 95"/>
            <p:cNvCxnSpPr/>
            <p:nvPr userDrawn="1"/>
          </p:nvCxnSpPr>
          <p:spPr bwMode="gray">
            <a:xfrm>
              <a:off x="5182647"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p:nvPr userDrawn="1"/>
          </p:nvCxnSpPr>
          <p:spPr bwMode="gray">
            <a:xfrm>
              <a:off x="5335377"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p:cNvCxnSpPr/>
            <p:nvPr userDrawn="1"/>
          </p:nvCxnSpPr>
          <p:spPr bwMode="gray">
            <a:xfrm>
              <a:off x="5488106"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99" name="Straight Connector 98"/>
            <p:cNvCxnSpPr/>
            <p:nvPr userDrawn="1"/>
          </p:nvCxnSpPr>
          <p:spPr bwMode="gray">
            <a:xfrm>
              <a:off x="5640836"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userDrawn="1"/>
          </p:nvCxnSpPr>
          <p:spPr bwMode="gray">
            <a:xfrm>
              <a:off x="5793565"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p:nvPr userDrawn="1"/>
          </p:nvCxnSpPr>
          <p:spPr bwMode="gray">
            <a:xfrm>
              <a:off x="5946295"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p:nvPr userDrawn="1"/>
          </p:nvCxnSpPr>
          <p:spPr bwMode="gray">
            <a:xfrm>
              <a:off x="6099025"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userDrawn="1"/>
          </p:nvCxnSpPr>
          <p:spPr bwMode="gray">
            <a:xfrm>
              <a:off x="6251754"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userDrawn="1"/>
          </p:nvCxnSpPr>
          <p:spPr bwMode="gray">
            <a:xfrm>
              <a:off x="6404484"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userDrawn="1"/>
          </p:nvCxnSpPr>
          <p:spPr bwMode="gray">
            <a:xfrm>
              <a:off x="6557213"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p:cNvCxnSpPr/>
            <p:nvPr userDrawn="1"/>
          </p:nvCxnSpPr>
          <p:spPr bwMode="gray">
            <a:xfrm>
              <a:off x="6709943"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userDrawn="1"/>
          </p:nvCxnSpPr>
          <p:spPr bwMode="gray">
            <a:xfrm>
              <a:off x="6862673"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p:nvPr userDrawn="1"/>
          </p:nvCxnSpPr>
          <p:spPr bwMode="gray">
            <a:xfrm>
              <a:off x="7015402"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userDrawn="1"/>
          </p:nvCxnSpPr>
          <p:spPr bwMode="gray">
            <a:xfrm>
              <a:off x="7168132"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userDrawn="1"/>
          </p:nvCxnSpPr>
          <p:spPr bwMode="gray">
            <a:xfrm>
              <a:off x="7320861"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p:nvPr userDrawn="1"/>
          </p:nvCxnSpPr>
          <p:spPr bwMode="gray">
            <a:xfrm>
              <a:off x="7473591"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userDrawn="1"/>
          </p:nvCxnSpPr>
          <p:spPr bwMode="gray">
            <a:xfrm>
              <a:off x="7626321"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p:cNvCxnSpPr/>
            <p:nvPr userDrawn="1"/>
          </p:nvCxnSpPr>
          <p:spPr bwMode="gray">
            <a:xfrm>
              <a:off x="7779050"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p:nvPr userDrawn="1"/>
          </p:nvCxnSpPr>
          <p:spPr bwMode="gray">
            <a:xfrm>
              <a:off x="7931780"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p:nvPr userDrawn="1"/>
          </p:nvCxnSpPr>
          <p:spPr bwMode="gray">
            <a:xfrm>
              <a:off x="8084509"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p:cNvCxnSpPr/>
            <p:nvPr userDrawn="1"/>
          </p:nvCxnSpPr>
          <p:spPr bwMode="gray">
            <a:xfrm>
              <a:off x="8237239"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p:cNvCxnSpPr/>
            <p:nvPr userDrawn="1"/>
          </p:nvCxnSpPr>
          <p:spPr bwMode="gray">
            <a:xfrm>
              <a:off x="8389969"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p:cNvCxnSpPr/>
            <p:nvPr userDrawn="1"/>
          </p:nvCxnSpPr>
          <p:spPr bwMode="gray">
            <a:xfrm>
              <a:off x="8542698"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p:cNvCxnSpPr/>
            <p:nvPr userDrawn="1"/>
          </p:nvCxnSpPr>
          <p:spPr bwMode="gray">
            <a:xfrm>
              <a:off x="8695428"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20" name="Straight Connector 119"/>
            <p:cNvCxnSpPr/>
            <p:nvPr userDrawn="1"/>
          </p:nvCxnSpPr>
          <p:spPr bwMode="gray">
            <a:xfrm>
              <a:off x="8848157"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userDrawn="1"/>
          </p:nvCxnSpPr>
          <p:spPr bwMode="gray">
            <a:xfrm>
              <a:off x="9000883"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userDrawn="1"/>
          </p:nvCxnSpPr>
          <p:spPr bwMode="gray">
            <a:xfrm flipH="1">
              <a:off x="-1" y="0"/>
              <a:ext cx="9137515"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userDrawn="1"/>
          </p:nvCxnSpPr>
          <p:spPr bwMode="gray">
            <a:xfrm flipH="1">
              <a:off x="-1" y="152838"/>
              <a:ext cx="9137515"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userDrawn="1"/>
          </p:nvCxnSpPr>
          <p:spPr bwMode="gray">
            <a:xfrm flipH="1">
              <a:off x="-1" y="305676"/>
              <a:ext cx="9137515"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userDrawn="1"/>
          </p:nvCxnSpPr>
          <p:spPr bwMode="gray">
            <a:xfrm flipH="1">
              <a:off x="-1" y="458514"/>
              <a:ext cx="9137515"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userDrawn="1"/>
          </p:nvCxnSpPr>
          <p:spPr bwMode="gray">
            <a:xfrm flipH="1">
              <a:off x="-1" y="611352"/>
              <a:ext cx="9137515"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userDrawn="1"/>
          </p:nvCxnSpPr>
          <p:spPr bwMode="gray">
            <a:xfrm flipH="1">
              <a:off x="-1" y="764190"/>
              <a:ext cx="9137515"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userDrawn="1"/>
          </p:nvCxnSpPr>
          <p:spPr bwMode="gray">
            <a:xfrm flipH="1">
              <a:off x="-1" y="917028"/>
              <a:ext cx="9137515"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userDrawn="1"/>
          </p:nvCxnSpPr>
          <p:spPr bwMode="gray">
            <a:xfrm flipH="1">
              <a:off x="-1" y="1069866"/>
              <a:ext cx="9137515"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userDrawn="1"/>
          </p:nvCxnSpPr>
          <p:spPr bwMode="gray">
            <a:xfrm flipH="1">
              <a:off x="-1" y="1222704"/>
              <a:ext cx="9137515"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userDrawn="1"/>
          </p:nvCxnSpPr>
          <p:spPr bwMode="gray">
            <a:xfrm flipH="1">
              <a:off x="-1" y="1375542"/>
              <a:ext cx="9137515"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userDrawn="1"/>
          </p:nvCxnSpPr>
          <p:spPr bwMode="gray">
            <a:xfrm flipH="1">
              <a:off x="-1" y="1528380"/>
              <a:ext cx="9137515"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userDrawn="1"/>
          </p:nvCxnSpPr>
          <p:spPr bwMode="gray">
            <a:xfrm flipH="1">
              <a:off x="-1" y="1681218"/>
              <a:ext cx="9137515"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userDrawn="1"/>
          </p:nvCxnSpPr>
          <p:spPr bwMode="gray">
            <a:xfrm flipH="1">
              <a:off x="-1" y="1834056"/>
              <a:ext cx="9137515"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userDrawn="1"/>
          </p:nvCxnSpPr>
          <p:spPr bwMode="gray">
            <a:xfrm flipH="1">
              <a:off x="-1" y="1986894"/>
              <a:ext cx="9137515"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userDrawn="1"/>
          </p:nvCxnSpPr>
          <p:spPr bwMode="gray">
            <a:xfrm flipH="1">
              <a:off x="-1" y="2139732"/>
              <a:ext cx="9137515" cy="2"/>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userDrawn="1"/>
          </p:nvCxnSpPr>
          <p:spPr bwMode="gray">
            <a:xfrm flipH="1">
              <a:off x="-1" y="2292570"/>
              <a:ext cx="9137515" cy="2"/>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userDrawn="1"/>
          </p:nvCxnSpPr>
          <p:spPr bwMode="gray">
            <a:xfrm flipH="1">
              <a:off x="-1" y="2445408"/>
              <a:ext cx="9137515" cy="2"/>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userDrawn="1"/>
          </p:nvCxnSpPr>
          <p:spPr bwMode="gray">
            <a:xfrm flipH="1">
              <a:off x="-1" y="2598246"/>
              <a:ext cx="9137515" cy="2"/>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userDrawn="1"/>
          </p:nvCxnSpPr>
          <p:spPr bwMode="gray">
            <a:xfrm flipH="1">
              <a:off x="-1" y="2751084"/>
              <a:ext cx="9137515" cy="2"/>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userDrawn="1"/>
          </p:nvCxnSpPr>
          <p:spPr bwMode="gray">
            <a:xfrm flipH="1">
              <a:off x="-1" y="2903922"/>
              <a:ext cx="9137515" cy="2"/>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userDrawn="1"/>
          </p:nvCxnSpPr>
          <p:spPr bwMode="gray">
            <a:xfrm flipH="1">
              <a:off x="-1" y="3056760"/>
              <a:ext cx="9137515" cy="2"/>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userDrawn="1"/>
          </p:nvCxnSpPr>
          <p:spPr bwMode="gray">
            <a:xfrm flipH="1">
              <a:off x="-1" y="3209598"/>
              <a:ext cx="9137515" cy="2"/>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userDrawn="1"/>
          </p:nvCxnSpPr>
          <p:spPr bwMode="gray">
            <a:xfrm flipH="1">
              <a:off x="-1" y="3362436"/>
              <a:ext cx="9137515" cy="2"/>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userDrawn="1"/>
          </p:nvCxnSpPr>
          <p:spPr bwMode="gray">
            <a:xfrm flipH="1">
              <a:off x="-1" y="3515274"/>
              <a:ext cx="9137515" cy="2"/>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userDrawn="1"/>
          </p:nvCxnSpPr>
          <p:spPr bwMode="gray">
            <a:xfrm flipH="1">
              <a:off x="-1" y="3668112"/>
              <a:ext cx="9137515" cy="2"/>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userDrawn="1"/>
          </p:nvCxnSpPr>
          <p:spPr bwMode="gray">
            <a:xfrm flipH="1">
              <a:off x="-1" y="3820950"/>
              <a:ext cx="9137515" cy="2"/>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userDrawn="1"/>
          </p:nvCxnSpPr>
          <p:spPr bwMode="gray">
            <a:xfrm flipH="1">
              <a:off x="-1" y="3973788"/>
              <a:ext cx="9137515" cy="2"/>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userDrawn="1"/>
          </p:nvCxnSpPr>
          <p:spPr bwMode="gray">
            <a:xfrm flipH="1">
              <a:off x="-1" y="4126626"/>
              <a:ext cx="9137515" cy="2"/>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userDrawn="1"/>
          </p:nvCxnSpPr>
          <p:spPr bwMode="gray">
            <a:xfrm flipH="1">
              <a:off x="-1" y="4279464"/>
              <a:ext cx="9137515"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userDrawn="1"/>
          </p:nvCxnSpPr>
          <p:spPr bwMode="gray">
            <a:xfrm flipH="1">
              <a:off x="-1" y="4438170"/>
              <a:ext cx="9137515"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userDrawn="1"/>
          </p:nvCxnSpPr>
          <p:spPr bwMode="gray">
            <a:xfrm flipH="1">
              <a:off x="-1" y="4591008"/>
              <a:ext cx="9137515"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userDrawn="1"/>
          </p:nvCxnSpPr>
          <p:spPr bwMode="gray">
            <a:xfrm flipH="1">
              <a:off x="-1" y="4743846"/>
              <a:ext cx="9137515"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userDrawn="1"/>
          </p:nvCxnSpPr>
          <p:spPr bwMode="gray">
            <a:xfrm flipH="1">
              <a:off x="-1" y="4896684"/>
              <a:ext cx="9137515"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pSp>
      <p:grpSp>
        <p:nvGrpSpPr>
          <p:cNvPr id="8" name="Group 7"/>
          <p:cNvGrpSpPr/>
          <p:nvPr userDrawn="1"/>
        </p:nvGrpSpPr>
        <p:grpSpPr bwMode="gray">
          <a:xfrm>
            <a:off x="266968" y="1007106"/>
            <a:ext cx="1065707" cy="1126383"/>
            <a:chOff x="-3330575" y="3005138"/>
            <a:chExt cx="1533526" cy="1620837"/>
          </a:xfrm>
          <a:solidFill>
            <a:srgbClr val="003F72"/>
          </a:solidFill>
        </p:grpSpPr>
        <p:sp>
          <p:nvSpPr>
            <p:cNvPr id="9" name="Freeform 6"/>
            <p:cNvSpPr>
              <a:spLocks/>
            </p:cNvSpPr>
            <p:nvPr/>
          </p:nvSpPr>
          <p:spPr bwMode="gray">
            <a:xfrm>
              <a:off x="-3330575" y="3005138"/>
              <a:ext cx="1233488" cy="1620837"/>
            </a:xfrm>
            <a:custGeom>
              <a:avLst/>
              <a:gdLst>
                <a:gd name="T0" fmla="*/ 621 w 777"/>
                <a:gd name="T1" fmla="*/ 0 h 1021"/>
                <a:gd name="T2" fmla="*/ 0 w 777"/>
                <a:gd name="T3" fmla="*/ 1021 h 1021"/>
                <a:gd name="T4" fmla="*/ 621 w 777"/>
                <a:gd name="T5" fmla="*/ 1021 h 1021"/>
                <a:gd name="T6" fmla="*/ 777 w 777"/>
                <a:gd name="T7" fmla="*/ 785 h 1021"/>
                <a:gd name="T8" fmla="*/ 231 w 777"/>
                <a:gd name="T9" fmla="*/ 785 h 1021"/>
                <a:gd name="T10" fmla="*/ 699 w 777"/>
                <a:gd name="T11" fmla="*/ 0 h 1021"/>
                <a:gd name="T12" fmla="*/ 621 w 777"/>
                <a:gd name="T13" fmla="*/ 0 h 1021"/>
              </a:gdLst>
              <a:ahLst/>
              <a:cxnLst>
                <a:cxn ang="0">
                  <a:pos x="T0" y="T1"/>
                </a:cxn>
                <a:cxn ang="0">
                  <a:pos x="T2" y="T3"/>
                </a:cxn>
                <a:cxn ang="0">
                  <a:pos x="T4" y="T5"/>
                </a:cxn>
                <a:cxn ang="0">
                  <a:pos x="T6" y="T7"/>
                </a:cxn>
                <a:cxn ang="0">
                  <a:pos x="T8" y="T9"/>
                </a:cxn>
                <a:cxn ang="0">
                  <a:pos x="T10" y="T11"/>
                </a:cxn>
                <a:cxn ang="0">
                  <a:pos x="T12" y="T13"/>
                </a:cxn>
              </a:cxnLst>
              <a:rect l="0" t="0" r="r" b="b"/>
              <a:pathLst>
                <a:path w="777" h="1021">
                  <a:moveTo>
                    <a:pt x="621" y="0"/>
                  </a:moveTo>
                  <a:lnTo>
                    <a:pt x="0" y="1021"/>
                  </a:lnTo>
                  <a:lnTo>
                    <a:pt x="621" y="1021"/>
                  </a:lnTo>
                  <a:lnTo>
                    <a:pt x="777" y="785"/>
                  </a:lnTo>
                  <a:lnTo>
                    <a:pt x="231" y="785"/>
                  </a:lnTo>
                  <a:lnTo>
                    <a:pt x="699" y="0"/>
                  </a:lnTo>
                  <a:lnTo>
                    <a:pt x="62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46" tIns="45673" rIns="91346" bIns="45673" numCol="1" anchor="t" anchorCtr="0" compatLnSpc="1">
              <a:prstTxWarp prst="textNoShape">
                <a:avLst/>
              </a:prstTxWarp>
            </a:bodyPr>
            <a:lstStyle/>
            <a:p>
              <a:pPr defTabSz="913393"/>
              <a:endParaRPr lang="en-IN" sz="1797">
                <a:solidFill>
                  <a:prstClr val="black"/>
                </a:solidFill>
              </a:endParaRPr>
            </a:p>
          </p:txBody>
        </p:sp>
        <p:sp>
          <p:nvSpPr>
            <p:cNvPr id="10" name="Freeform 7"/>
            <p:cNvSpPr>
              <a:spLocks/>
            </p:cNvSpPr>
            <p:nvPr/>
          </p:nvSpPr>
          <p:spPr bwMode="gray">
            <a:xfrm>
              <a:off x="-2611437" y="3005138"/>
              <a:ext cx="814388" cy="1136650"/>
            </a:xfrm>
            <a:custGeom>
              <a:avLst/>
              <a:gdLst>
                <a:gd name="T0" fmla="*/ 435 w 513"/>
                <a:gd name="T1" fmla="*/ 0 h 716"/>
                <a:gd name="T2" fmla="*/ 513 w 513"/>
                <a:gd name="T3" fmla="*/ 0 h 716"/>
                <a:gd name="T4" fmla="*/ 78 w 513"/>
                <a:gd name="T5" fmla="*/ 716 h 716"/>
                <a:gd name="T6" fmla="*/ 0 w 513"/>
                <a:gd name="T7" fmla="*/ 716 h 716"/>
                <a:gd name="T8" fmla="*/ 435 w 513"/>
                <a:gd name="T9" fmla="*/ 0 h 716"/>
              </a:gdLst>
              <a:ahLst/>
              <a:cxnLst>
                <a:cxn ang="0">
                  <a:pos x="T0" y="T1"/>
                </a:cxn>
                <a:cxn ang="0">
                  <a:pos x="T2" y="T3"/>
                </a:cxn>
                <a:cxn ang="0">
                  <a:pos x="T4" y="T5"/>
                </a:cxn>
                <a:cxn ang="0">
                  <a:pos x="T6" y="T7"/>
                </a:cxn>
                <a:cxn ang="0">
                  <a:pos x="T8" y="T9"/>
                </a:cxn>
              </a:cxnLst>
              <a:rect l="0" t="0" r="r" b="b"/>
              <a:pathLst>
                <a:path w="513" h="716">
                  <a:moveTo>
                    <a:pt x="435" y="0"/>
                  </a:moveTo>
                  <a:lnTo>
                    <a:pt x="513" y="0"/>
                  </a:lnTo>
                  <a:lnTo>
                    <a:pt x="78" y="716"/>
                  </a:lnTo>
                  <a:lnTo>
                    <a:pt x="0" y="716"/>
                  </a:lnTo>
                  <a:lnTo>
                    <a:pt x="43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46" tIns="45673" rIns="91346" bIns="45673" numCol="1" anchor="t" anchorCtr="0" compatLnSpc="1">
              <a:prstTxWarp prst="textNoShape">
                <a:avLst/>
              </a:prstTxWarp>
            </a:bodyPr>
            <a:lstStyle/>
            <a:p>
              <a:pPr defTabSz="913393"/>
              <a:endParaRPr lang="en-IN" sz="1797">
                <a:solidFill>
                  <a:prstClr val="black"/>
                </a:solidFill>
              </a:endParaRPr>
            </a:p>
          </p:txBody>
        </p:sp>
      </p:grpSp>
      <p:grpSp>
        <p:nvGrpSpPr>
          <p:cNvPr id="11" name="Group 10"/>
          <p:cNvGrpSpPr/>
          <p:nvPr userDrawn="1"/>
        </p:nvGrpSpPr>
        <p:grpSpPr bwMode="gray">
          <a:xfrm>
            <a:off x="6641654" y="2481425"/>
            <a:ext cx="996725" cy="1078995"/>
            <a:chOff x="2301081" y="6662108"/>
            <a:chExt cx="1500188" cy="1624012"/>
          </a:xfrm>
          <a:solidFill>
            <a:srgbClr val="003F72"/>
          </a:solidFill>
        </p:grpSpPr>
        <p:sp>
          <p:nvSpPr>
            <p:cNvPr id="12" name="Freeform 8"/>
            <p:cNvSpPr>
              <a:spLocks/>
            </p:cNvSpPr>
            <p:nvPr/>
          </p:nvSpPr>
          <p:spPr bwMode="gray">
            <a:xfrm>
              <a:off x="2551906" y="6662108"/>
              <a:ext cx="1249363" cy="393700"/>
            </a:xfrm>
            <a:custGeom>
              <a:avLst/>
              <a:gdLst>
                <a:gd name="T0" fmla="*/ 402 w 787"/>
                <a:gd name="T1" fmla="*/ 248 h 248"/>
                <a:gd name="T2" fmla="*/ 633 w 787"/>
                <a:gd name="T3" fmla="*/ 248 h 248"/>
                <a:gd name="T4" fmla="*/ 787 w 787"/>
                <a:gd name="T5" fmla="*/ 0 h 248"/>
                <a:gd name="T6" fmla="*/ 151 w 787"/>
                <a:gd name="T7" fmla="*/ 0 h 248"/>
                <a:gd name="T8" fmla="*/ 0 w 787"/>
                <a:gd name="T9" fmla="*/ 246 h 248"/>
                <a:gd name="T10" fmla="*/ 402 w 787"/>
                <a:gd name="T11" fmla="*/ 248 h 248"/>
              </a:gdLst>
              <a:ahLst/>
              <a:cxnLst>
                <a:cxn ang="0">
                  <a:pos x="T0" y="T1"/>
                </a:cxn>
                <a:cxn ang="0">
                  <a:pos x="T2" y="T3"/>
                </a:cxn>
                <a:cxn ang="0">
                  <a:pos x="T4" y="T5"/>
                </a:cxn>
                <a:cxn ang="0">
                  <a:pos x="T6" y="T7"/>
                </a:cxn>
                <a:cxn ang="0">
                  <a:pos x="T8" y="T9"/>
                </a:cxn>
                <a:cxn ang="0">
                  <a:pos x="T10" y="T11"/>
                </a:cxn>
              </a:cxnLst>
              <a:rect l="0" t="0" r="r" b="b"/>
              <a:pathLst>
                <a:path w="787" h="248">
                  <a:moveTo>
                    <a:pt x="402" y="248"/>
                  </a:moveTo>
                  <a:lnTo>
                    <a:pt x="633" y="248"/>
                  </a:lnTo>
                  <a:lnTo>
                    <a:pt x="787" y="0"/>
                  </a:lnTo>
                  <a:lnTo>
                    <a:pt x="151" y="0"/>
                  </a:lnTo>
                  <a:lnTo>
                    <a:pt x="0" y="246"/>
                  </a:lnTo>
                  <a:lnTo>
                    <a:pt x="402" y="2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46" tIns="45673" rIns="91346" bIns="45673" numCol="1" anchor="t" anchorCtr="0" compatLnSpc="1">
              <a:prstTxWarp prst="textNoShape">
                <a:avLst/>
              </a:prstTxWarp>
            </a:bodyPr>
            <a:lstStyle/>
            <a:p>
              <a:pPr defTabSz="913393"/>
              <a:endParaRPr lang="en-IN" sz="1797">
                <a:solidFill>
                  <a:prstClr val="black"/>
                </a:solidFill>
              </a:endParaRPr>
            </a:p>
          </p:txBody>
        </p:sp>
        <p:sp>
          <p:nvSpPr>
            <p:cNvPr id="13" name="Freeform 9"/>
            <p:cNvSpPr>
              <a:spLocks/>
            </p:cNvSpPr>
            <p:nvPr/>
          </p:nvSpPr>
          <p:spPr bwMode="gray">
            <a:xfrm>
              <a:off x="2683669" y="7162170"/>
              <a:ext cx="809625" cy="1123950"/>
            </a:xfrm>
            <a:custGeom>
              <a:avLst/>
              <a:gdLst>
                <a:gd name="T0" fmla="*/ 435 w 510"/>
                <a:gd name="T1" fmla="*/ 0 h 708"/>
                <a:gd name="T2" fmla="*/ 510 w 510"/>
                <a:gd name="T3" fmla="*/ 0 h 708"/>
                <a:gd name="T4" fmla="*/ 78 w 510"/>
                <a:gd name="T5" fmla="*/ 708 h 708"/>
                <a:gd name="T6" fmla="*/ 0 w 510"/>
                <a:gd name="T7" fmla="*/ 708 h 708"/>
                <a:gd name="T8" fmla="*/ 435 w 510"/>
                <a:gd name="T9" fmla="*/ 0 h 708"/>
              </a:gdLst>
              <a:ahLst/>
              <a:cxnLst>
                <a:cxn ang="0">
                  <a:pos x="T0" y="T1"/>
                </a:cxn>
                <a:cxn ang="0">
                  <a:pos x="T2" y="T3"/>
                </a:cxn>
                <a:cxn ang="0">
                  <a:pos x="T4" y="T5"/>
                </a:cxn>
                <a:cxn ang="0">
                  <a:pos x="T6" y="T7"/>
                </a:cxn>
                <a:cxn ang="0">
                  <a:pos x="T8" y="T9"/>
                </a:cxn>
              </a:cxnLst>
              <a:rect l="0" t="0" r="r" b="b"/>
              <a:pathLst>
                <a:path w="510" h="708">
                  <a:moveTo>
                    <a:pt x="435" y="0"/>
                  </a:moveTo>
                  <a:lnTo>
                    <a:pt x="510" y="0"/>
                  </a:lnTo>
                  <a:lnTo>
                    <a:pt x="78" y="708"/>
                  </a:lnTo>
                  <a:lnTo>
                    <a:pt x="0" y="708"/>
                  </a:lnTo>
                  <a:lnTo>
                    <a:pt x="43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46" tIns="45673" rIns="91346" bIns="45673" numCol="1" anchor="t" anchorCtr="0" compatLnSpc="1">
              <a:prstTxWarp prst="textNoShape">
                <a:avLst/>
              </a:prstTxWarp>
            </a:bodyPr>
            <a:lstStyle/>
            <a:p>
              <a:pPr defTabSz="913393"/>
              <a:endParaRPr lang="en-IN" sz="1797">
                <a:solidFill>
                  <a:prstClr val="black"/>
                </a:solidFill>
              </a:endParaRPr>
            </a:p>
          </p:txBody>
        </p:sp>
        <p:sp>
          <p:nvSpPr>
            <p:cNvPr id="14" name="Freeform 10"/>
            <p:cNvSpPr>
              <a:spLocks/>
            </p:cNvSpPr>
            <p:nvPr/>
          </p:nvSpPr>
          <p:spPr bwMode="gray">
            <a:xfrm>
              <a:off x="2301081" y="7162170"/>
              <a:ext cx="803275" cy="1123950"/>
            </a:xfrm>
            <a:custGeom>
              <a:avLst/>
              <a:gdLst>
                <a:gd name="T0" fmla="*/ 430 w 506"/>
                <a:gd name="T1" fmla="*/ 0 h 708"/>
                <a:gd name="T2" fmla="*/ 506 w 506"/>
                <a:gd name="T3" fmla="*/ 0 h 708"/>
                <a:gd name="T4" fmla="*/ 76 w 506"/>
                <a:gd name="T5" fmla="*/ 708 h 708"/>
                <a:gd name="T6" fmla="*/ 0 w 506"/>
                <a:gd name="T7" fmla="*/ 708 h 708"/>
                <a:gd name="T8" fmla="*/ 430 w 506"/>
                <a:gd name="T9" fmla="*/ 0 h 708"/>
              </a:gdLst>
              <a:ahLst/>
              <a:cxnLst>
                <a:cxn ang="0">
                  <a:pos x="T0" y="T1"/>
                </a:cxn>
                <a:cxn ang="0">
                  <a:pos x="T2" y="T3"/>
                </a:cxn>
                <a:cxn ang="0">
                  <a:pos x="T4" y="T5"/>
                </a:cxn>
                <a:cxn ang="0">
                  <a:pos x="T6" y="T7"/>
                </a:cxn>
                <a:cxn ang="0">
                  <a:pos x="T8" y="T9"/>
                </a:cxn>
              </a:cxnLst>
              <a:rect l="0" t="0" r="r" b="b"/>
              <a:pathLst>
                <a:path w="506" h="708">
                  <a:moveTo>
                    <a:pt x="430" y="0"/>
                  </a:moveTo>
                  <a:lnTo>
                    <a:pt x="506" y="0"/>
                  </a:lnTo>
                  <a:lnTo>
                    <a:pt x="76" y="708"/>
                  </a:lnTo>
                  <a:lnTo>
                    <a:pt x="0" y="708"/>
                  </a:lnTo>
                  <a:lnTo>
                    <a:pt x="43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46" tIns="45673" rIns="91346" bIns="45673" numCol="1" anchor="t" anchorCtr="0" compatLnSpc="1">
              <a:prstTxWarp prst="textNoShape">
                <a:avLst/>
              </a:prstTxWarp>
            </a:bodyPr>
            <a:lstStyle/>
            <a:p>
              <a:pPr defTabSz="913393"/>
              <a:endParaRPr lang="en-IN" sz="1797">
                <a:solidFill>
                  <a:prstClr val="black"/>
                </a:solidFill>
              </a:endParaRPr>
            </a:p>
          </p:txBody>
        </p:sp>
      </p:grpSp>
      <p:sp>
        <p:nvSpPr>
          <p:cNvPr id="2" name="Title 1"/>
          <p:cNvSpPr>
            <a:spLocks noGrp="1"/>
          </p:cNvSpPr>
          <p:nvPr userDrawn="1">
            <p:ph type="title" hasCustomPrompt="1"/>
          </p:nvPr>
        </p:nvSpPr>
        <p:spPr bwMode="gray">
          <a:xfrm>
            <a:off x="1332675" y="1007106"/>
            <a:ext cx="5403405" cy="2081535"/>
          </a:xfrm>
          <a:prstGeom prst="rect">
            <a:avLst/>
          </a:prstGeom>
        </p:spPr>
        <p:txBody>
          <a:bodyPr/>
          <a:lstStyle>
            <a:lvl1pPr algn="ctr">
              <a:defRPr sz="4267"/>
            </a:lvl1pPr>
          </a:lstStyle>
          <a:p>
            <a:r>
              <a:rPr lang="en-US" dirty="0"/>
              <a:t>Title Text</a:t>
            </a:r>
            <a:endParaRPr lang="en-IN" dirty="0"/>
          </a:p>
        </p:txBody>
      </p:sp>
      <p:sp>
        <p:nvSpPr>
          <p:cNvPr id="17" name="Freeform 17"/>
          <p:cNvSpPr>
            <a:spLocks/>
          </p:cNvSpPr>
          <p:nvPr userDrawn="1"/>
        </p:nvSpPr>
        <p:spPr bwMode="gray">
          <a:xfrm>
            <a:off x="1" y="3530451"/>
            <a:ext cx="3210233" cy="767632"/>
          </a:xfrm>
          <a:custGeom>
            <a:avLst/>
            <a:gdLst/>
            <a:ahLst/>
            <a:cxnLst/>
            <a:rect l="l" t="t" r="r" b="b"/>
            <a:pathLst>
              <a:path w="2402984" h="575724">
                <a:moveTo>
                  <a:pt x="0" y="0"/>
                </a:moveTo>
                <a:lnTo>
                  <a:pt x="2402984" y="0"/>
                </a:lnTo>
                <a:lnTo>
                  <a:pt x="2052676" y="575724"/>
                </a:lnTo>
                <a:lnTo>
                  <a:pt x="0" y="575724"/>
                </a:lnTo>
                <a:close/>
              </a:path>
            </a:pathLst>
          </a:custGeom>
          <a:solidFill>
            <a:srgbClr val="003F72"/>
          </a:solidFill>
          <a:ln>
            <a:noFill/>
          </a:ln>
        </p:spPr>
        <p:txBody>
          <a:bodyPr vert="horz" wrap="square" lIns="121920" tIns="60960" rIns="121920" bIns="60960" numCol="1" anchor="t" anchorCtr="0" compatLnSpc="1">
            <a:prstTxWarp prst="textNoShape">
              <a:avLst/>
            </a:prstTxWarp>
          </a:bodyPr>
          <a:lstStyle/>
          <a:p>
            <a:endParaRPr lang="en-IN" sz="2400"/>
          </a:p>
        </p:txBody>
      </p:sp>
      <p:grpSp>
        <p:nvGrpSpPr>
          <p:cNvPr id="18" name="Group 5"/>
          <p:cNvGrpSpPr>
            <a:grpSpLocks noChangeAspect="1"/>
          </p:cNvGrpSpPr>
          <p:nvPr userDrawn="1"/>
        </p:nvGrpSpPr>
        <p:grpSpPr bwMode="gray">
          <a:xfrm>
            <a:off x="399132" y="3731182"/>
            <a:ext cx="2240485" cy="336381"/>
            <a:chOff x="119" y="2341"/>
            <a:chExt cx="1805" cy="271"/>
          </a:xfrm>
        </p:grpSpPr>
        <p:sp>
          <p:nvSpPr>
            <p:cNvPr id="19" name="Freeform 6"/>
            <p:cNvSpPr>
              <a:spLocks noEditPoints="1"/>
            </p:cNvSpPr>
            <p:nvPr userDrawn="1"/>
          </p:nvSpPr>
          <p:spPr bwMode="gray">
            <a:xfrm>
              <a:off x="119" y="2341"/>
              <a:ext cx="270" cy="271"/>
            </a:xfrm>
            <a:custGeom>
              <a:avLst/>
              <a:gdLst>
                <a:gd name="T0" fmla="*/ 57 w 114"/>
                <a:gd name="T1" fmla="*/ 0 h 115"/>
                <a:gd name="T2" fmla="*/ 114 w 114"/>
                <a:gd name="T3" fmla="*/ 58 h 115"/>
                <a:gd name="T4" fmla="*/ 57 w 114"/>
                <a:gd name="T5" fmla="*/ 115 h 115"/>
                <a:gd name="T6" fmla="*/ 0 w 114"/>
                <a:gd name="T7" fmla="*/ 58 h 115"/>
                <a:gd name="T8" fmla="*/ 57 w 114"/>
                <a:gd name="T9" fmla="*/ 0 h 115"/>
                <a:gd name="T10" fmla="*/ 49 w 114"/>
                <a:gd name="T11" fmla="*/ 107 h 115"/>
                <a:gd name="T12" fmla="*/ 73 w 114"/>
                <a:gd name="T13" fmla="*/ 65 h 115"/>
                <a:gd name="T14" fmla="*/ 57 w 114"/>
                <a:gd name="T15" fmla="*/ 65 h 115"/>
                <a:gd name="T16" fmla="*/ 65 w 114"/>
                <a:gd name="T17" fmla="*/ 51 h 115"/>
                <a:gd name="T18" fmla="*/ 104 w 114"/>
                <a:gd name="T19" fmla="*/ 51 h 115"/>
                <a:gd name="T20" fmla="*/ 96 w 114"/>
                <a:gd name="T21" fmla="*/ 65 h 115"/>
                <a:gd name="T22" fmla="*/ 82 w 114"/>
                <a:gd name="T23" fmla="*/ 65 h 115"/>
                <a:gd name="T24" fmla="*/ 57 w 114"/>
                <a:gd name="T25" fmla="*/ 108 h 115"/>
                <a:gd name="T26" fmla="*/ 107 w 114"/>
                <a:gd name="T27" fmla="*/ 58 h 115"/>
                <a:gd name="T28" fmla="*/ 57 w 114"/>
                <a:gd name="T29" fmla="*/ 8 h 115"/>
                <a:gd name="T30" fmla="*/ 51 w 114"/>
                <a:gd name="T31" fmla="*/ 8 h 115"/>
                <a:gd name="T32" fmla="*/ 26 w 114"/>
                <a:gd name="T33" fmla="*/ 51 h 115"/>
                <a:gd name="T34" fmla="*/ 57 w 114"/>
                <a:gd name="T35" fmla="*/ 51 h 115"/>
                <a:gd name="T36" fmla="*/ 49 w 114"/>
                <a:gd name="T37" fmla="*/ 65 h 115"/>
                <a:gd name="T38" fmla="*/ 10 w 114"/>
                <a:gd name="T39" fmla="*/ 65 h 115"/>
                <a:gd name="T40" fmla="*/ 41 w 114"/>
                <a:gd name="T41" fmla="*/ 10 h 115"/>
                <a:gd name="T42" fmla="*/ 7 w 114"/>
                <a:gd name="T43" fmla="*/ 58 h 115"/>
                <a:gd name="T44" fmla="*/ 49 w 114"/>
                <a:gd name="T45" fmla="*/ 107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14" h="115">
                  <a:moveTo>
                    <a:pt x="57" y="0"/>
                  </a:moveTo>
                  <a:cubicBezTo>
                    <a:pt x="88" y="0"/>
                    <a:pt x="114" y="26"/>
                    <a:pt x="114" y="58"/>
                  </a:cubicBezTo>
                  <a:cubicBezTo>
                    <a:pt x="114" y="89"/>
                    <a:pt x="88" y="115"/>
                    <a:pt x="57" y="115"/>
                  </a:cubicBezTo>
                  <a:cubicBezTo>
                    <a:pt x="25" y="115"/>
                    <a:pt x="0" y="89"/>
                    <a:pt x="0" y="58"/>
                  </a:cubicBezTo>
                  <a:cubicBezTo>
                    <a:pt x="0" y="26"/>
                    <a:pt x="25" y="0"/>
                    <a:pt x="57" y="0"/>
                  </a:cubicBezTo>
                  <a:moveTo>
                    <a:pt x="49" y="107"/>
                  </a:moveTo>
                  <a:cubicBezTo>
                    <a:pt x="73" y="65"/>
                    <a:pt x="73" y="65"/>
                    <a:pt x="73" y="65"/>
                  </a:cubicBezTo>
                  <a:cubicBezTo>
                    <a:pt x="57" y="65"/>
                    <a:pt x="57" y="65"/>
                    <a:pt x="57" y="65"/>
                  </a:cubicBezTo>
                  <a:cubicBezTo>
                    <a:pt x="65" y="51"/>
                    <a:pt x="65" y="51"/>
                    <a:pt x="65" y="51"/>
                  </a:cubicBezTo>
                  <a:cubicBezTo>
                    <a:pt x="104" y="51"/>
                    <a:pt x="104" y="51"/>
                    <a:pt x="104" y="51"/>
                  </a:cubicBezTo>
                  <a:cubicBezTo>
                    <a:pt x="96" y="65"/>
                    <a:pt x="96" y="65"/>
                    <a:pt x="96" y="65"/>
                  </a:cubicBezTo>
                  <a:cubicBezTo>
                    <a:pt x="82" y="65"/>
                    <a:pt x="82" y="65"/>
                    <a:pt x="82" y="65"/>
                  </a:cubicBezTo>
                  <a:cubicBezTo>
                    <a:pt x="57" y="108"/>
                    <a:pt x="57" y="108"/>
                    <a:pt x="57" y="108"/>
                  </a:cubicBezTo>
                  <a:cubicBezTo>
                    <a:pt x="84" y="108"/>
                    <a:pt x="107" y="85"/>
                    <a:pt x="107" y="58"/>
                  </a:cubicBezTo>
                  <a:cubicBezTo>
                    <a:pt x="107" y="30"/>
                    <a:pt x="84" y="8"/>
                    <a:pt x="57" y="8"/>
                  </a:cubicBezTo>
                  <a:cubicBezTo>
                    <a:pt x="55" y="8"/>
                    <a:pt x="53" y="8"/>
                    <a:pt x="51" y="8"/>
                  </a:cubicBezTo>
                  <a:cubicBezTo>
                    <a:pt x="26" y="51"/>
                    <a:pt x="26" y="51"/>
                    <a:pt x="26" y="51"/>
                  </a:cubicBezTo>
                  <a:cubicBezTo>
                    <a:pt x="57" y="51"/>
                    <a:pt x="57" y="51"/>
                    <a:pt x="57" y="51"/>
                  </a:cubicBezTo>
                  <a:cubicBezTo>
                    <a:pt x="49" y="65"/>
                    <a:pt x="49" y="65"/>
                    <a:pt x="49" y="65"/>
                  </a:cubicBezTo>
                  <a:cubicBezTo>
                    <a:pt x="10" y="65"/>
                    <a:pt x="10" y="65"/>
                    <a:pt x="10" y="65"/>
                  </a:cubicBezTo>
                  <a:cubicBezTo>
                    <a:pt x="41" y="10"/>
                    <a:pt x="41" y="10"/>
                    <a:pt x="41" y="10"/>
                  </a:cubicBezTo>
                  <a:cubicBezTo>
                    <a:pt x="21" y="17"/>
                    <a:pt x="7" y="36"/>
                    <a:pt x="7" y="58"/>
                  </a:cubicBezTo>
                  <a:cubicBezTo>
                    <a:pt x="7" y="83"/>
                    <a:pt x="25" y="103"/>
                    <a:pt x="49" y="107"/>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2400"/>
            </a:p>
          </p:txBody>
        </p:sp>
        <p:sp>
          <p:nvSpPr>
            <p:cNvPr id="20" name="Freeform 7"/>
            <p:cNvSpPr>
              <a:spLocks noEditPoints="1"/>
            </p:cNvSpPr>
            <p:nvPr userDrawn="1"/>
          </p:nvSpPr>
          <p:spPr bwMode="gray">
            <a:xfrm>
              <a:off x="457" y="2426"/>
              <a:ext cx="1467" cy="125"/>
            </a:xfrm>
            <a:custGeom>
              <a:avLst/>
              <a:gdLst>
                <a:gd name="T0" fmla="*/ 55 w 621"/>
                <a:gd name="T1" fmla="*/ 34 h 53"/>
                <a:gd name="T2" fmla="*/ 53 w 621"/>
                <a:gd name="T3" fmla="*/ 18 h 53"/>
                <a:gd name="T4" fmla="*/ 35 w 621"/>
                <a:gd name="T5" fmla="*/ 7 h 53"/>
                <a:gd name="T6" fmla="*/ 29 w 621"/>
                <a:gd name="T7" fmla="*/ 38 h 53"/>
                <a:gd name="T8" fmla="*/ 45 w 621"/>
                <a:gd name="T9" fmla="*/ 35 h 53"/>
                <a:gd name="T10" fmla="*/ 40 w 621"/>
                <a:gd name="T11" fmla="*/ 24 h 53"/>
                <a:gd name="T12" fmla="*/ 42 w 621"/>
                <a:gd name="T13" fmla="*/ 9 h 53"/>
                <a:gd name="T14" fmla="*/ 81 w 621"/>
                <a:gd name="T15" fmla="*/ 9 h 53"/>
                <a:gd name="T16" fmla="*/ 139 w 621"/>
                <a:gd name="T17" fmla="*/ 9 h 53"/>
                <a:gd name="T18" fmla="*/ 144 w 621"/>
                <a:gd name="T19" fmla="*/ 13 h 53"/>
                <a:gd name="T20" fmla="*/ 155 w 621"/>
                <a:gd name="T21" fmla="*/ 40 h 53"/>
                <a:gd name="T22" fmla="*/ 145 w 621"/>
                <a:gd name="T23" fmla="*/ 18 h 53"/>
                <a:gd name="T24" fmla="*/ 174 w 621"/>
                <a:gd name="T25" fmla="*/ 13 h 53"/>
                <a:gd name="T26" fmla="*/ 182 w 621"/>
                <a:gd name="T27" fmla="*/ 35 h 53"/>
                <a:gd name="T28" fmla="*/ 181 w 621"/>
                <a:gd name="T29" fmla="*/ 18 h 53"/>
                <a:gd name="T30" fmla="*/ 205 w 621"/>
                <a:gd name="T31" fmla="*/ 18 h 53"/>
                <a:gd name="T32" fmla="*/ 217 w 621"/>
                <a:gd name="T33" fmla="*/ 21 h 53"/>
                <a:gd name="T34" fmla="*/ 187 w 621"/>
                <a:gd name="T35" fmla="*/ 41 h 53"/>
                <a:gd name="T36" fmla="*/ 243 w 621"/>
                <a:gd name="T37" fmla="*/ 22 h 53"/>
                <a:gd name="T38" fmla="*/ 241 w 621"/>
                <a:gd name="T39" fmla="*/ 12 h 53"/>
                <a:gd name="T40" fmla="*/ 269 w 621"/>
                <a:gd name="T41" fmla="*/ 36 h 53"/>
                <a:gd name="T42" fmla="*/ 276 w 621"/>
                <a:gd name="T43" fmla="*/ 20 h 53"/>
                <a:gd name="T44" fmla="*/ 260 w 621"/>
                <a:gd name="T45" fmla="*/ 17 h 53"/>
                <a:gd name="T46" fmla="*/ 284 w 621"/>
                <a:gd name="T47" fmla="*/ 19 h 53"/>
                <a:gd name="T48" fmla="*/ 314 w 621"/>
                <a:gd name="T49" fmla="*/ 35 h 53"/>
                <a:gd name="T50" fmla="*/ 326 w 621"/>
                <a:gd name="T51" fmla="*/ 22 h 53"/>
                <a:gd name="T52" fmla="*/ 305 w 621"/>
                <a:gd name="T53" fmla="*/ 22 h 53"/>
                <a:gd name="T54" fmla="*/ 330 w 621"/>
                <a:gd name="T55" fmla="*/ 15 h 53"/>
                <a:gd name="T56" fmla="*/ 367 w 621"/>
                <a:gd name="T57" fmla="*/ 17 h 53"/>
                <a:gd name="T58" fmla="*/ 340 w 621"/>
                <a:gd name="T59" fmla="*/ 19 h 53"/>
                <a:gd name="T60" fmla="*/ 357 w 621"/>
                <a:gd name="T61" fmla="*/ 36 h 53"/>
                <a:gd name="T62" fmla="*/ 358 w 621"/>
                <a:gd name="T63" fmla="*/ 24 h 53"/>
                <a:gd name="T64" fmla="*/ 346 w 621"/>
                <a:gd name="T65" fmla="*/ 23 h 53"/>
                <a:gd name="T66" fmla="*/ 373 w 621"/>
                <a:gd name="T67" fmla="*/ 47 h 53"/>
                <a:gd name="T68" fmla="*/ 383 w 621"/>
                <a:gd name="T69" fmla="*/ 45 h 53"/>
                <a:gd name="T70" fmla="*/ 430 w 621"/>
                <a:gd name="T71" fmla="*/ 2 h 53"/>
                <a:gd name="T72" fmla="*/ 433 w 621"/>
                <a:gd name="T73" fmla="*/ 27 h 53"/>
                <a:gd name="T74" fmla="*/ 420 w 621"/>
                <a:gd name="T75" fmla="*/ 41 h 53"/>
                <a:gd name="T76" fmla="*/ 433 w 621"/>
                <a:gd name="T77" fmla="*/ 18 h 53"/>
                <a:gd name="T78" fmla="*/ 443 w 621"/>
                <a:gd name="T79" fmla="*/ 10 h 53"/>
                <a:gd name="T80" fmla="*/ 449 w 621"/>
                <a:gd name="T81" fmla="*/ 19 h 53"/>
                <a:gd name="T82" fmla="*/ 466 w 621"/>
                <a:gd name="T83" fmla="*/ 36 h 53"/>
                <a:gd name="T84" fmla="*/ 466 w 621"/>
                <a:gd name="T85" fmla="*/ 19 h 53"/>
                <a:gd name="T86" fmla="*/ 492 w 621"/>
                <a:gd name="T87" fmla="*/ 20 h 53"/>
                <a:gd name="T88" fmla="*/ 488 w 621"/>
                <a:gd name="T89" fmla="*/ 18 h 53"/>
                <a:gd name="T90" fmla="*/ 511 w 621"/>
                <a:gd name="T91" fmla="*/ 33 h 53"/>
                <a:gd name="T92" fmla="*/ 535 w 621"/>
                <a:gd name="T93" fmla="*/ 8 h 53"/>
                <a:gd name="T94" fmla="*/ 546 w 621"/>
                <a:gd name="T95" fmla="*/ 23 h 53"/>
                <a:gd name="T96" fmla="*/ 558 w 621"/>
                <a:gd name="T97" fmla="*/ 36 h 53"/>
                <a:gd name="T98" fmla="*/ 567 w 621"/>
                <a:gd name="T99" fmla="*/ 19 h 53"/>
                <a:gd name="T100" fmla="*/ 571 w 621"/>
                <a:gd name="T101" fmla="*/ 19 h 53"/>
                <a:gd name="T102" fmla="*/ 588 w 621"/>
                <a:gd name="T103" fmla="*/ 36 h 53"/>
                <a:gd name="T104" fmla="*/ 588 w 621"/>
                <a:gd name="T105" fmla="*/ 19 h 53"/>
                <a:gd name="T106" fmla="*/ 604 w 621"/>
                <a:gd name="T107" fmla="*/ 15 h 53"/>
                <a:gd name="T108" fmla="*/ 609 w 621"/>
                <a:gd name="T109" fmla="*/ 36 h 53"/>
                <a:gd name="T110" fmla="*/ 613 w 621"/>
                <a:gd name="T111" fmla="*/ 40 h 53"/>
                <a:gd name="T112" fmla="*/ 609 w 621"/>
                <a:gd name="T113" fmla="*/ 19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21" h="53">
                  <a:moveTo>
                    <a:pt x="0" y="41"/>
                  </a:moveTo>
                  <a:cubicBezTo>
                    <a:pt x="22" y="41"/>
                    <a:pt x="22" y="41"/>
                    <a:pt x="22" y="41"/>
                  </a:cubicBezTo>
                  <a:cubicBezTo>
                    <a:pt x="24" y="35"/>
                    <a:pt x="24" y="35"/>
                    <a:pt x="24" y="35"/>
                  </a:cubicBezTo>
                  <a:cubicBezTo>
                    <a:pt x="9" y="35"/>
                    <a:pt x="9" y="35"/>
                    <a:pt x="9" y="35"/>
                  </a:cubicBezTo>
                  <a:cubicBezTo>
                    <a:pt x="16" y="3"/>
                    <a:pt x="16" y="3"/>
                    <a:pt x="16" y="3"/>
                  </a:cubicBezTo>
                  <a:cubicBezTo>
                    <a:pt x="8" y="3"/>
                    <a:pt x="8" y="3"/>
                    <a:pt x="8" y="3"/>
                  </a:cubicBezTo>
                  <a:lnTo>
                    <a:pt x="0" y="41"/>
                  </a:lnTo>
                  <a:close/>
                  <a:moveTo>
                    <a:pt x="51" y="41"/>
                  </a:moveTo>
                  <a:cubicBezTo>
                    <a:pt x="59" y="41"/>
                    <a:pt x="59" y="41"/>
                    <a:pt x="59" y="41"/>
                  </a:cubicBezTo>
                  <a:cubicBezTo>
                    <a:pt x="55" y="34"/>
                    <a:pt x="55" y="34"/>
                    <a:pt x="55" y="34"/>
                  </a:cubicBezTo>
                  <a:cubicBezTo>
                    <a:pt x="56" y="33"/>
                    <a:pt x="57" y="32"/>
                    <a:pt x="58" y="30"/>
                  </a:cubicBezTo>
                  <a:cubicBezTo>
                    <a:pt x="59" y="29"/>
                    <a:pt x="60" y="27"/>
                    <a:pt x="60" y="25"/>
                  </a:cubicBezTo>
                  <a:cubicBezTo>
                    <a:pt x="61" y="24"/>
                    <a:pt x="61" y="22"/>
                    <a:pt x="61" y="20"/>
                  </a:cubicBezTo>
                  <a:cubicBezTo>
                    <a:pt x="55" y="20"/>
                    <a:pt x="55" y="20"/>
                    <a:pt x="55" y="20"/>
                  </a:cubicBezTo>
                  <a:cubicBezTo>
                    <a:pt x="55" y="21"/>
                    <a:pt x="55" y="22"/>
                    <a:pt x="54" y="23"/>
                  </a:cubicBezTo>
                  <a:cubicBezTo>
                    <a:pt x="54" y="24"/>
                    <a:pt x="54" y="25"/>
                    <a:pt x="53" y="26"/>
                  </a:cubicBezTo>
                  <a:cubicBezTo>
                    <a:pt x="53" y="27"/>
                    <a:pt x="52" y="28"/>
                    <a:pt x="51" y="29"/>
                  </a:cubicBezTo>
                  <a:cubicBezTo>
                    <a:pt x="46" y="21"/>
                    <a:pt x="46" y="21"/>
                    <a:pt x="46" y="21"/>
                  </a:cubicBezTo>
                  <a:cubicBezTo>
                    <a:pt x="47" y="21"/>
                    <a:pt x="48" y="20"/>
                    <a:pt x="50" y="20"/>
                  </a:cubicBezTo>
                  <a:cubicBezTo>
                    <a:pt x="51" y="19"/>
                    <a:pt x="52" y="18"/>
                    <a:pt x="53" y="18"/>
                  </a:cubicBezTo>
                  <a:cubicBezTo>
                    <a:pt x="54" y="17"/>
                    <a:pt x="55" y="16"/>
                    <a:pt x="55" y="15"/>
                  </a:cubicBezTo>
                  <a:cubicBezTo>
                    <a:pt x="56" y="14"/>
                    <a:pt x="56" y="12"/>
                    <a:pt x="56" y="11"/>
                  </a:cubicBezTo>
                  <a:cubicBezTo>
                    <a:pt x="56" y="10"/>
                    <a:pt x="56" y="8"/>
                    <a:pt x="55" y="7"/>
                  </a:cubicBezTo>
                  <a:cubicBezTo>
                    <a:pt x="55" y="7"/>
                    <a:pt x="54" y="6"/>
                    <a:pt x="53" y="5"/>
                  </a:cubicBezTo>
                  <a:cubicBezTo>
                    <a:pt x="53" y="4"/>
                    <a:pt x="52" y="4"/>
                    <a:pt x="51" y="3"/>
                  </a:cubicBezTo>
                  <a:cubicBezTo>
                    <a:pt x="50" y="3"/>
                    <a:pt x="49" y="3"/>
                    <a:pt x="48" y="2"/>
                  </a:cubicBezTo>
                  <a:cubicBezTo>
                    <a:pt x="47" y="2"/>
                    <a:pt x="46" y="2"/>
                    <a:pt x="45" y="2"/>
                  </a:cubicBezTo>
                  <a:cubicBezTo>
                    <a:pt x="44" y="2"/>
                    <a:pt x="42" y="2"/>
                    <a:pt x="41" y="3"/>
                  </a:cubicBezTo>
                  <a:cubicBezTo>
                    <a:pt x="40" y="3"/>
                    <a:pt x="39" y="4"/>
                    <a:pt x="37" y="4"/>
                  </a:cubicBezTo>
                  <a:cubicBezTo>
                    <a:pt x="36" y="5"/>
                    <a:pt x="35" y="6"/>
                    <a:pt x="35" y="7"/>
                  </a:cubicBezTo>
                  <a:cubicBezTo>
                    <a:pt x="34" y="9"/>
                    <a:pt x="34" y="10"/>
                    <a:pt x="34" y="12"/>
                  </a:cubicBezTo>
                  <a:cubicBezTo>
                    <a:pt x="34" y="13"/>
                    <a:pt x="34" y="14"/>
                    <a:pt x="34" y="15"/>
                  </a:cubicBezTo>
                  <a:cubicBezTo>
                    <a:pt x="34" y="15"/>
                    <a:pt x="35" y="16"/>
                    <a:pt x="35" y="17"/>
                  </a:cubicBezTo>
                  <a:cubicBezTo>
                    <a:pt x="36" y="17"/>
                    <a:pt x="36" y="18"/>
                    <a:pt x="37" y="19"/>
                  </a:cubicBezTo>
                  <a:cubicBezTo>
                    <a:pt x="35" y="19"/>
                    <a:pt x="34" y="20"/>
                    <a:pt x="33" y="21"/>
                  </a:cubicBezTo>
                  <a:cubicBezTo>
                    <a:pt x="31" y="21"/>
                    <a:pt x="30" y="22"/>
                    <a:pt x="29" y="23"/>
                  </a:cubicBezTo>
                  <a:cubicBezTo>
                    <a:pt x="28" y="24"/>
                    <a:pt x="27" y="25"/>
                    <a:pt x="27" y="26"/>
                  </a:cubicBezTo>
                  <a:cubicBezTo>
                    <a:pt x="26" y="28"/>
                    <a:pt x="26" y="29"/>
                    <a:pt x="26" y="31"/>
                  </a:cubicBezTo>
                  <a:cubicBezTo>
                    <a:pt x="26" y="32"/>
                    <a:pt x="26" y="34"/>
                    <a:pt x="27" y="35"/>
                  </a:cubicBezTo>
                  <a:cubicBezTo>
                    <a:pt x="27" y="36"/>
                    <a:pt x="28" y="37"/>
                    <a:pt x="29" y="38"/>
                  </a:cubicBezTo>
                  <a:cubicBezTo>
                    <a:pt x="30" y="39"/>
                    <a:pt x="31" y="39"/>
                    <a:pt x="32" y="40"/>
                  </a:cubicBezTo>
                  <a:cubicBezTo>
                    <a:pt x="33" y="41"/>
                    <a:pt x="34" y="41"/>
                    <a:pt x="35" y="41"/>
                  </a:cubicBezTo>
                  <a:cubicBezTo>
                    <a:pt x="37" y="41"/>
                    <a:pt x="38" y="42"/>
                    <a:pt x="39" y="42"/>
                  </a:cubicBezTo>
                  <a:cubicBezTo>
                    <a:pt x="40" y="42"/>
                    <a:pt x="41" y="42"/>
                    <a:pt x="42" y="41"/>
                  </a:cubicBezTo>
                  <a:cubicBezTo>
                    <a:pt x="43" y="41"/>
                    <a:pt x="44" y="41"/>
                    <a:pt x="45" y="41"/>
                  </a:cubicBezTo>
                  <a:cubicBezTo>
                    <a:pt x="46" y="41"/>
                    <a:pt x="47" y="40"/>
                    <a:pt x="48" y="40"/>
                  </a:cubicBezTo>
                  <a:cubicBezTo>
                    <a:pt x="48" y="40"/>
                    <a:pt x="49" y="39"/>
                    <a:pt x="50" y="39"/>
                  </a:cubicBezTo>
                  <a:lnTo>
                    <a:pt x="51" y="41"/>
                  </a:lnTo>
                  <a:close/>
                  <a:moveTo>
                    <a:pt x="47" y="34"/>
                  </a:moveTo>
                  <a:cubicBezTo>
                    <a:pt x="46" y="34"/>
                    <a:pt x="45" y="35"/>
                    <a:pt x="45" y="35"/>
                  </a:cubicBezTo>
                  <a:cubicBezTo>
                    <a:pt x="44" y="35"/>
                    <a:pt x="43" y="36"/>
                    <a:pt x="42" y="36"/>
                  </a:cubicBezTo>
                  <a:cubicBezTo>
                    <a:pt x="42" y="36"/>
                    <a:pt x="41" y="36"/>
                    <a:pt x="40" y="36"/>
                  </a:cubicBezTo>
                  <a:cubicBezTo>
                    <a:pt x="39" y="36"/>
                    <a:pt x="38" y="36"/>
                    <a:pt x="38" y="36"/>
                  </a:cubicBezTo>
                  <a:cubicBezTo>
                    <a:pt x="37" y="35"/>
                    <a:pt x="36" y="35"/>
                    <a:pt x="35" y="35"/>
                  </a:cubicBezTo>
                  <a:cubicBezTo>
                    <a:pt x="35" y="34"/>
                    <a:pt x="34" y="34"/>
                    <a:pt x="34" y="33"/>
                  </a:cubicBezTo>
                  <a:cubicBezTo>
                    <a:pt x="34" y="32"/>
                    <a:pt x="33" y="31"/>
                    <a:pt x="33" y="30"/>
                  </a:cubicBezTo>
                  <a:cubicBezTo>
                    <a:pt x="33" y="29"/>
                    <a:pt x="34" y="29"/>
                    <a:pt x="34" y="28"/>
                  </a:cubicBezTo>
                  <a:cubicBezTo>
                    <a:pt x="34" y="27"/>
                    <a:pt x="35" y="27"/>
                    <a:pt x="35" y="26"/>
                  </a:cubicBezTo>
                  <a:cubicBezTo>
                    <a:pt x="36" y="25"/>
                    <a:pt x="37" y="25"/>
                    <a:pt x="37" y="25"/>
                  </a:cubicBezTo>
                  <a:cubicBezTo>
                    <a:pt x="38" y="24"/>
                    <a:pt x="39" y="24"/>
                    <a:pt x="40" y="24"/>
                  </a:cubicBezTo>
                  <a:lnTo>
                    <a:pt x="47" y="34"/>
                  </a:lnTo>
                  <a:close/>
                  <a:moveTo>
                    <a:pt x="50" y="11"/>
                  </a:moveTo>
                  <a:cubicBezTo>
                    <a:pt x="50" y="12"/>
                    <a:pt x="49" y="12"/>
                    <a:pt x="49" y="13"/>
                  </a:cubicBezTo>
                  <a:cubicBezTo>
                    <a:pt x="48" y="14"/>
                    <a:pt x="48" y="14"/>
                    <a:pt x="47" y="15"/>
                  </a:cubicBezTo>
                  <a:cubicBezTo>
                    <a:pt x="47" y="15"/>
                    <a:pt x="46" y="16"/>
                    <a:pt x="45" y="16"/>
                  </a:cubicBezTo>
                  <a:cubicBezTo>
                    <a:pt x="44" y="16"/>
                    <a:pt x="44" y="17"/>
                    <a:pt x="43" y="17"/>
                  </a:cubicBezTo>
                  <a:cubicBezTo>
                    <a:pt x="43" y="16"/>
                    <a:pt x="42" y="16"/>
                    <a:pt x="42" y="15"/>
                  </a:cubicBezTo>
                  <a:cubicBezTo>
                    <a:pt x="42" y="15"/>
                    <a:pt x="41" y="14"/>
                    <a:pt x="41" y="14"/>
                  </a:cubicBezTo>
                  <a:cubicBezTo>
                    <a:pt x="41" y="13"/>
                    <a:pt x="41" y="12"/>
                    <a:pt x="41" y="12"/>
                  </a:cubicBezTo>
                  <a:cubicBezTo>
                    <a:pt x="41" y="11"/>
                    <a:pt x="41" y="10"/>
                    <a:pt x="42" y="9"/>
                  </a:cubicBezTo>
                  <a:cubicBezTo>
                    <a:pt x="42" y="9"/>
                    <a:pt x="43" y="8"/>
                    <a:pt x="43" y="8"/>
                  </a:cubicBezTo>
                  <a:cubicBezTo>
                    <a:pt x="44" y="8"/>
                    <a:pt x="45" y="7"/>
                    <a:pt x="46" y="7"/>
                  </a:cubicBezTo>
                  <a:cubicBezTo>
                    <a:pt x="46" y="7"/>
                    <a:pt x="47" y="7"/>
                    <a:pt x="48" y="8"/>
                  </a:cubicBezTo>
                  <a:cubicBezTo>
                    <a:pt x="48" y="8"/>
                    <a:pt x="49" y="8"/>
                    <a:pt x="49" y="9"/>
                  </a:cubicBezTo>
                  <a:cubicBezTo>
                    <a:pt x="49" y="9"/>
                    <a:pt x="50" y="10"/>
                    <a:pt x="50" y="11"/>
                  </a:cubicBezTo>
                  <a:moveTo>
                    <a:pt x="62" y="9"/>
                  </a:moveTo>
                  <a:cubicBezTo>
                    <a:pt x="73" y="9"/>
                    <a:pt x="73" y="9"/>
                    <a:pt x="73" y="9"/>
                  </a:cubicBezTo>
                  <a:cubicBezTo>
                    <a:pt x="66" y="41"/>
                    <a:pt x="66" y="41"/>
                    <a:pt x="66" y="41"/>
                  </a:cubicBezTo>
                  <a:cubicBezTo>
                    <a:pt x="74" y="41"/>
                    <a:pt x="74" y="41"/>
                    <a:pt x="74" y="41"/>
                  </a:cubicBezTo>
                  <a:cubicBezTo>
                    <a:pt x="81" y="9"/>
                    <a:pt x="81" y="9"/>
                    <a:pt x="81" y="9"/>
                  </a:cubicBezTo>
                  <a:cubicBezTo>
                    <a:pt x="92" y="9"/>
                    <a:pt x="92" y="9"/>
                    <a:pt x="92" y="9"/>
                  </a:cubicBezTo>
                  <a:cubicBezTo>
                    <a:pt x="93" y="3"/>
                    <a:pt x="93" y="3"/>
                    <a:pt x="93" y="3"/>
                  </a:cubicBezTo>
                  <a:cubicBezTo>
                    <a:pt x="64" y="3"/>
                    <a:pt x="64" y="3"/>
                    <a:pt x="64" y="3"/>
                  </a:cubicBezTo>
                  <a:lnTo>
                    <a:pt x="62" y="9"/>
                  </a:lnTo>
                  <a:close/>
                  <a:moveTo>
                    <a:pt x="109" y="9"/>
                  </a:moveTo>
                  <a:cubicBezTo>
                    <a:pt x="120" y="9"/>
                    <a:pt x="120" y="9"/>
                    <a:pt x="120" y="9"/>
                  </a:cubicBezTo>
                  <a:cubicBezTo>
                    <a:pt x="113" y="41"/>
                    <a:pt x="113" y="41"/>
                    <a:pt x="113" y="41"/>
                  </a:cubicBezTo>
                  <a:cubicBezTo>
                    <a:pt x="121" y="41"/>
                    <a:pt x="121" y="41"/>
                    <a:pt x="121" y="41"/>
                  </a:cubicBezTo>
                  <a:cubicBezTo>
                    <a:pt x="128" y="9"/>
                    <a:pt x="128" y="9"/>
                    <a:pt x="128" y="9"/>
                  </a:cubicBezTo>
                  <a:cubicBezTo>
                    <a:pt x="139" y="9"/>
                    <a:pt x="139" y="9"/>
                    <a:pt x="139" y="9"/>
                  </a:cubicBezTo>
                  <a:cubicBezTo>
                    <a:pt x="140" y="3"/>
                    <a:pt x="140" y="3"/>
                    <a:pt x="140" y="3"/>
                  </a:cubicBezTo>
                  <a:cubicBezTo>
                    <a:pt x="111" y="3"/>
                    <a:pt x="111" y="3"/>
                    <a:pt x="111" y="3"/>
                  </a:cubicBezTo>
                  <a:lnTo>
                    <a:pt x="109" y="9"/>
                  </a:lnTo>
                  <a:close/>
                  <a:moveTo>
                    <a:pt x="160" y="29"/>
                  </a:moveTo>
                  <a:cubicBezTo>
                    <a:pt x="160" y="28"/>
                    <a:pt x="160" y="27"/>
                    <a:pt x="160" y="26"/>
                  </a:cubicBezTo>
                  <a:cubicBezTo>
                    <a:pt x="160" y="25"/>
                    <a:pt x="160" y="24"/>
                    <a:pt x="160" y="23"/>
                  </a:cubicBezTo>
                  <a:cubicBezTo>
                    <a:pt x="160" y="20"/>
                    <a:pt x="160" y="18"/>
                    <a:pt x="159" y="17"/>
                  </a:cubicBezTo>
                  <a:cubicBezTo>
                    <a:pt x="158" y="15"/>
                    <a:pt x="157" y="14"/>
                    <a:pt x="155" y="13"/>
                  </a:cubicBezTo>
                  <a:cubicBezTo>
                    <a:pt x="153" y="12"/>
                    <a:pt x="151" y="12"/>
                    <a:pt x="149" y="12"/>
                  </a:cubicBezTo>
                  <a:cubicBezTo>
                    <a:pt x="147" y="12"/>
                    <a:pt x="145" y="12"/>
                    <a:pt x="144" y="13"/>
                  </a:cubicBezTo>
                  <a:cubicBezTo>
                    <a:pt x="142" y="14"/>
                    <a:pt x="141" y="14"/>
                    <a:pt x="139" y="16"/>
                  </a:cubicBezTo>
                  <a:cubicBezTo>
                    <a:pt x="138" y="17"/>
                    <a:pt x="137" y="18"/>
                    <a:pt x="136" y="19"/>
                  </a:cubicBezTo>
                  <a:cubicBezTo>
                    <a:pt x="135" y="21"/>
                    <a:pt x="134" y="22"/>
                    <a:pt x="134" y="24"/>
                  </a:cubicBezTo>
                  <a:cubicBezTo>
                    <a:pt x="133" y="26"/>
                    <a:pt x="133" y="27"/>
                    <a:pt x="133" y="29"/>
                  </a:cubicBezTo>
                  <a:cubicBezTo>
                    <a:pt x="133" y="31"/>
                    <a:pt x="133" y="33"/>
                    <a:pt x="134" y="35"/>
                  </a:cubicBezTo>
                  <a:cubicBezTo>
                    <a:pt x="134" y="36"/>
                    <a:pt x="135" y="38"/>
                    <a:pt x="137" y="39"/>
                  </a:cubicBezTo>
                  <a:cubicBezTo>
                    <a:pt x="138" y="40"/>
                    <a:pt x="139" y="40"/>
                    <a:pt x="141" y="41"/>
                  </a:cubicBezTo>
                  <a:cubicBezTo>
                    <a:pt x="143" y="41"/>
                    <a:pt x="144" y="42"/>
                    <a:pt x="146" y="42"/>
                  </a:cubicBezTo>
                  <a:cubicBezTo>
                    <a:pt x="148" y="42"/>
                    <a:pt x="149" y="41"/>
                    <a:pt x="151" y="41"/>
                  </a:cubicBezTo>
                  <a:cubicBezTo>
                    <a:pt x="153" y="41"/>
                    <a:pt x="154" y="40"/>
                    <a:pt x="155" y="40"/>
                  </a:cubicBezTo>
                  <a:cubicBezTo>
                    <a:pt x="156" y="34"/>
                    <a:pt x="156" y="34"/>
                    <a:pt x="156" y="34"/>
                  </a:cubicBezTo>
                  <a:cubicBezTo>
                    <a:pt x="155" y="35"/>
                    <a:pt x="154" y="35"/>
                    <a:pt x="152" y="36"/>
                  </a:cubicBezTo>
                  <a:cubicBezTo>
                    <a:pt x="151" y="36"/>
                    <a:pt x="149" y="36"/>
                    <a:pt x="148" y="36"/>
                  </a:cubicBezTo>
                  <a:cubicBezTo>
                    <a:pt x="146" y="36"/>
                    <a:pt x="145" y="36"/>
                    <a:pt x="143" y="36"/>
                  </a:cubicBezTo>
                  <a:cubicBezTo>
                    <a:pt x="142" y="35"/>
                    <a:pt x="141" y="34"/>
                    <a:pt x="141" y="33"/>
                  </a:cubicBezTo>
                  <a:cubicBezTo>
                    <a:pt x="140" y="32"/>
                    <a:pt x="140" y="31"/>
                    <a:pt x="140" y="29"/>
                  </a:cubicBezTo>
                  <a:lnTo>
                    <a:pt x="160" y="29"/>
                  </a:lnTo>
                  <a:close/>
                  <a:moveTo>
                    <a:pt x="141" y="24"/>
                  </a:moveTo>
                  <a:cubicBezTo>
                    <a:pt x="141" y="23"/>
                    <a:pt x="142" y="22"/>
                    <a:pt x="143" y="21"/>
                  </a:cubicBezTo>
                  <a:cubicBezTo>
                    <a:pt x="143" y="20"/>
                    <a:pt x="144" y="19"/>
                    <a:pt x="145" y="18"/>
                  </a:cubicBezTo>
                  <a:cubicBezTo>
                    <a:pt x="146" y="18"/>
                    <a:pt x="147" y="17"/>
                    <a:pt x="149" y="17"/>
                  </a:cubicBezTo>
                  <a:cubicBezTo>
                    <a:pt x="150" y="17"/>
                    <a:pt x="151" y="18"/>
                    <a:pt x="152" y="19"/>
                  </a:cubicBezTo>
                  <a:cubicBezTo>
                    <a:pt x="153" y="19"/>
                    <a:pt x="153" y="21"/>
                    <a:pt x="153" y="22"/>
                  </a:cubicBezTo>
                  <a:cubicBezTo>
                    <a:pt x="153" y="22"/>
                    <a:pt x="153" y="23"/>
                    <a:pt x="153" y="23"/>
                  </a:cubicBezTo>
                  <a:cubicBezTo>
                    <a:pt x="153" y="23"/>
                    <a:pt x="153" y="24"/>
                    <a:pt x="153" y="24"/>
                  </a:cubicBezTo>
                  <a:lnTo>
                    <a:pt x="141" y="24"/>
                  </a:lnTo>
                  <a:close/>
                  <a:moveTo>
                    <a:pt x="188" y="13"/>
                  </a:moveTo>
                  <a:cubicBezTo>
                    <a:pt x="187" y="13"/>
                    <a:pt x="186" y="13"/>
                    <a:pt x="184" y="12"/>
                  </a:cubicBezTo>
                  <a:cubicBezTo>
                    <a:pt x="183" y="12"/>
                    <a:pt x="182" y="12"/>
                    <a:pt x="180" y="12"/>
                  </a:cubicBezTo>
                  <a:cubicBezTo>
                    <a:pt x="178" y="12"/>
                    <a:pt x="176" y="12"/>
                    <a:pt x="174" y="13"/>
                  </a:cubicBezTo>
                  <a:cubicBezTo>
                    <a:pt x="172" y="14"/>
                    <a:pt x="170" y="15"/>
                    <a:pt x="168" y="17"/>
                  </a:cubicBezTo>
                  <a:cubicBezTo>
                    <a:pt x="167" y="19"/>
                    <a:pt x="166" y="20"/>
                    <a:pt x="165" y="23"/>
                  </a:cubicBezTo>
                  <a:cubicBezTo>
                    <a:pt x="164" y="25"/>
                    <a:pt x="164" y="27"/>
                    <a:pt x="164" y="29"/>
                  </a:cubicBezTo>
                  <a:cubicBezTo>
                    <a:pt x="164" y="32"/>
                    <a:pt x="164" y="34"/>
                    <a:pt x="165" y="36"/>
                  </a:cubicBezTo>
                  <a:cubicBezTo>
                    <a:pt x="166" y="38"/>
                    <a:pt x="168" y="39"/>
                    <a:pt x="169" y="40"/>
                  </a:cubicBezTo>
                  <a:cubicBezTo>
                    <a:pt x="171" y="41"/>
                    <a:pt x="173" y="42"/>
                    <a:pt x="176" y="42"/>
                  </a:cubicBezTo>
                  <a:cubicBezTo>
                    <a:pt x="177" y="42"/>
                    <a:pt x="178" y="41"/>
                    <a:pt x="179" y="41"/>
                  </a:cubicBezTo>
                  <a:cubicBezTo>
                    <a:pt x="181" y="41"/>
                    <a:pt x="182" y="41"/>
                    <a:pt x="183" y="40"/>
                  </a:cubicBezTo>
                  <a:cubicBezTo>
                    <a:pt x="184" y="34"/>
                    <a:pt x="184" y="34"/>
                    <a:pt x="184" y="34"/>
                  </a:cubicBezTo>
                  <a:cubicBezTo>
                    <a:pt x="183" y="35"/>
                    <a:pt x="182" y="35"/>
                    <a:pt x="182" y="35"/>
                  </a:cubicBezTo>
                  <a:cubicBezTo>
                    <a:pt x="181" y="35"/>
                    <a:pt x="180" y="36"/>
                    <a:pt x="180" y="36"/>
                  </a:cubicBezTo>
                  <a:cubicBezTo>
                    <a:pt x="179" y="36"/>
                    <a:pt x="178" y="36"/>
                    <a:pt x="178" y="36"/>
                  </a:cubicBezTo>
                  <a:cubicBezTo>
                    <a:pt x="176" y="36"/>
                    <a:pt x="175" y="36"/>
                    <a:pt x="175" y="35"/>
                  </a:cubicBezTo>
                  <a:cubicBezTo>
                    <a:pt x="174" y="35"/>
                    <a:pt x="173" y="34"/>
                    <a:pt x="173" y="34"/>
                  </a:cubicBezTo>
                  <a:cubicBezTo>
                    <a:pt x="172" y="33"/>
                    <a:pt x="172" y="32"/>
                    <a:pt x="172" y="31"/>
                  </a:cubicBezTo>
                  <a:cubicBezTo>
                    <a:pt x="172" y="30"/>
                    <a:pt x="171" y="29"/>
                    <a:pt x="171" y="29"/>
                  </a:cubicBezTo>
                  <a:cubicBezTo>
                    <a:pt x="171" y="27"/>
                    <a:pt x="172" y="26"/>
                    <a:pt x="172" y="25"/>
                  </a:cubicBezTo>
                  <a:cubicBezTo>
                    <a:pt x="172" y="23"/>
                    <a:pt x="173" y="22"/>
                    <a:pt x="174" y="21"/>
                  </a:cubicBezTo>
                  <a:cubicBezTo>
                    <a:pt x="175" y="20"/>
                    <a:pt x="176" y="19"/>
                    <a:pt x="177" y="19"/>
                  </a:cubicBezTo>
                  <a:cubicBezTo>
                    <a:pt x="178" y="18"/>
                    <a:pt x="179" y="18"/>
                    <a:pt x="181" y="18"/>
                  </a:cubicBezTo>
                  <a:cubicBezTo>
                    <a:pt x="182" y="18"/>
                    <a:pt x="183" y="18"/>
                    <a:pt x="184" y="18"/>
                  </a:cubicBezTo>
                  <a:cubicBezTo>
                    <a:pt x="184" y="18"/>
                    <a:pt x="185" y="19"/>
                    <a:pt x="186" y="19"/>
                  </a:cubicBezTo>
                  <a:lnTo>
                    <a:pt x="188" y="13"/>
                  </a:lnTo>
                  <a:close/>
                  <a:moveTo>
                    <a:pt x="187" y="41"/>
                  </a:moveTo>
                  <a:cubicBezTo>
                    <a:pt x="194" y="41"/>
                    <a:pt x="194" y="41"/>
                    <a:pt x="194" y="41"/>
                  </a:cubicBezTo>
                  <a:cubicBezTo>
                    <a:pt x="197" y="27"/>
                    <a:pt x="197" y="27"/>
                    <a:pt x="197" y="27"/>
                  </a:cubicBezTo>
                  <a:cubicBezTo>
                    <a:pt x="198" y="26"/>
                    <a:pt x="198" y="25"/>
                    <a:pt x="198" y="24"/>
                  </a:cubicBezTo>
                  <a:cubicBezTo>
                    <a:pt x="199" y="22"/>
                    <a:pt x="199" y="22"/>
                    <a:pt x="200" y="21"/>
                  </a:cubicBezTo>
                  <a:cubicBezTo>
                    <a:pt x="200" y="20"/>
                    <a:pt x="201" y="19"/>
                    <a:pt x="202" y="19"/>
                  </a:cubicBezTo>
                  <a:cubicBezTo>
                    <a:pt x="203" y="18"/>
                    <a:pt x="204" y="18"/>
                    <a:pt x="205" y="18"/>
                  </a:cubicBezTo>
                  <a:cubicBezTo>
                    <a:pt x="206" y="18"/>
                    <a:pt x="207" y="18"/>
                    <a:pt x="207" y="18"/>
                  </a:cubicBezTo>
                  <a:cubicBezTo>
                    <a:pt x="208" y="19"/>
                    <a:pt x="208" y="19"/>
                    <a:pt x="209" y="20"/>
                  </a:cubicBezTo>
                  <a:cubicBezTo>
                    <a:pt x="209" y="20"/>
                    <a:pt x="209" y="21"/>
                    <a:pt x="209" y="22"/>
                  </a:cubicBezTo>
                  <a:cubicBezTo>
                    <a:pt x="209" y="23"/>
                    <a:pt x="209" y="24"/>
                    <a:pt x="209" y="25"/>
                  </a:cubicBezTo>
                  <a:cubicBezTo>
                    <a:pt x="209" y="26"/>
                    <a:pt x="209" y="27"/>
                    <a:pt x="208" y="28"/>
                  </a:cubicBezTo>
                  <a:cubicBezTo>
                    <a:pt x="206" y="41"/>
                    <a:pt x="206" y="41"/>
                    <a:pt x="206" y="41"/>
                  </a:cubicBezTo>
                  <a:cubicBezTo>
                    <a:pt x="213" y="41"/>
                    <a:pt x="213" y="41"/>
                    <a:pt x="213" y="41"/>
                  </a:cubicBezTo>
                  <a:cubicBezTo>
                    <a:pt x="216" y="27"/>
                    <a:pt x="216" y="27"/>
                    <a:pt x="216" y="27"/>
                  </a:cubicBezTo>
                  <a:cubicBezTo>
                    <a:pt x="216" y="26"/>
                    <a:pt x="216" y="25"/>
                    <a:pt x="217" y="24"/>
                  </a:cubicBezTo>
                  <a:cubicBezTo>
                    <a:pt x="217" y="23"/>
                    <a:pt x="217" y="22"/>
                    <a:pt x="217" y="21"/>
                  </a:cubicBezTo>
                  <a:cubicBezTo>
                    <a:pt x="217" y="19"/>
                    <a:pt x="217" y="18"/>
                    <a:pt x="216" y="16"/>
                  </a:cubicBezTo>
                  <a:cubicBezTo>
                    <a:pt x="215" y="15"/>
                    <a:pt x="214" y="14"/>
                    <a:pt x="213" y="13"/>
                  </a:cubicBezTo>
                  <a:cubicBezTo>
                    <a:pt x="211" y="12"/>
                    <a:pt x="210" y="12"/>
                    <a:pt x="208" y="12"/>
                  </a:cubicBezTo>
                  <a:cubicBezTo>
                    <a:pt x="207" y="12"/>
                    <a:pt x="206" y="12"/>
                    <a:pt x="205" y="13"/>
                  </a:cubicBezTo>
                  <a:cubicBezTo>
                    <a:pt x="204" y="13"/>
                    <a:pt x="203" y="13"/>
                    <a:pt x="202" y="14"/>
                  </a:cubicBezTo>
                  <a:cubicBezTo>
                    <a:pt x="201" y="14"/>
                    <a:pt x="200" y="15"/>
                    <a:pt x="200" y="15"/>
                  </a:cubicBezTo>
                  <a:cubicBezTo>
                    <a:pt x="200" y="15"/>
                    <a:pt x="200" y="15"/>
                    <a:pt x="200" y="15"/>
                  </a:cubicBezTo>
                  <a:cubicBezTo>
                    <a:pt x="203" y="0"/>
                    <a:pt x="203" y="0"/>
                    <a:pt x="203" y="0"/>
                  </a:cubicBezTo>
                  <a:cubicBezTo>
                    <a:pt x="196" y="0"/>
                    <a:pt x="196" y="0"/>
                    <a:pt x="196" y="0"/>
                  </a:cubicBezTo>
                  <a:lnTo>
                    <a:pt x="187" y="41"/>
                  </a:lnTo>
                  <a:close/>
                  <a:moveTo>
                    <a:pt x="221" y="41"/>
                  </a:moveTo>
                  <a:cubicBezTo>
                    <a:pt x="228" y="41"/>
                    <a:pt x="228" y="41"/>
                    <a:pt x="228" y="41"/>
                  </a:cubicBezTo>
                  <a:cubicBezTo>
                    <a:pt x="231" y="27"/>
                    <a:pt x="231" y="27"/>
                    <a:pt x="231" y="27"/>
                  </a:cubicBezTo>
                  <a:cubicBezTo>
                    <a:pt x="231" y="26"/>
                    <a:pt x="231" y="25"/>
                    <a:pt x="232" y="24"/>
                  </a:cubicBezTo>
                  <a:cubicBezTo>
                    <a:pt x="232" y="22"/>
                    <a:pt x="233" y="22"/>
                    <a:pt x="233" y="21"/>
                  </a:cubicBezTo>
                  <a:cubicBezTo>
                    <a:pt x="234" y="20"/>
                    <a:pt x="235" y="19"/>
                    <a:pt x="236" y="19"/>
                  </a:cubicBezTo>
                  <a:cubicBezTo>
                    <a:pt x="236" y="18"/>
                    <a:pt x="237" y="18"/>
                    <a:pt x="239" y="18"/>
                  </a:cubicBezTo>
                  <a:cubicBezTo>
                    <a:pt x="240" y="18"/>
                    <a:pt x="240" y="18"/>
                    <a:pt x="241" y="18"/>
                  </a:cubicBezTo>
                  <a:cubicBezTo>
                    <a:pt x="241" y="19"/>
                    <a:pt x="242" y="19"/>
                    <a:pt x="242" y="20"/>
                  </a:cubicBezTo>
                  <a:cubicBezTo>
                    <a:pt x="243" y="20"/>
                    <a:pt x="243" y="21"/>
                    <a:pt x="243" y="22"/>
                  </a:cubicBezTo>
                  <a:cubicBezTo>
                    <a:pt x="243" y="23"/>
                    <a:pt x="243" y="24"/>
                    <a:pt x="242" y="25"/>
                  </a:cubicBezTo>
                  <a:cubicBezTo>
                    <a:pt x="242" y="26"/>
                    <a:pt x="242" y="27"/>
                    <a:pt x="242" y="28"/>
                  </a:cubicBezTo>
                  <a:cubicBezTo>
                    <a:pt x="239" y="41"/>
                    <a:pt x="239" y="41"/>
                    <a:pt x="239" y="41"/>
                  </a:cubicBezTo>
                  <a:cubicBezTo>
                    <a:pt x="247" y="41"/>
                    <a:pt x="247" y="41"/>
                    <a:pt x="247" y="41"/>
                  </a:cubicBezTo>
                  <a:cubicBezTo>
                    <a:pt x="249" y="27"/>
                    <a:pt x="249" y="27"/>
                    <a:pt x="249" y="27"/>
                  </a:cubicBezTo>
                  <a:cubicBezTo>
                    <a:pt x="250" y="26"/>
                    <a:pt x="250" y="25"/>
                    <a:pt x="250" y="24"/>
                  </a:cubicBezTo>
                  <a:cubicBezTo>
                    <a:pt x="250" y="23"/>
                    <a:pt x="250" y="22"/>
                    <a:pt x="250" y="21"/>
                  </a:cubicBezTo>
                  <a:cubicBezTo>
                    <a:pt x="250" y="19"/>
                    <a:pt x="250" y="18"/>
                    <a:pt x="249" y="16"/>
                  </a:cubicBezTo>
                  <a:cubicBezTo>
                    <a:pt x="249" y="15"/>
                    <a:pt x="247" y="14"/>
                    <a:pt x="246" y="13"/>
                  </a:cubicBezTo>
                  <a:cubicBezTo>
                    <a:pt x="245" y="12"/>
                    <a:pt x="243" y="12"/>
                    <a:pt x="241" y="12"/>
                  </a:cubicBezTo>
                  <a:cubicBezTo>
                    <a:pt x="240" y="12"/>
                    <a:pt x="239" y="12"/>
                    <a:pt x="238" y="13"/>
                  </a:cubicBezTo>
                  <a:cubicBezTo>
                    <a:pt x="237" y="13"/>
                    <a:pt x="236" y="13"/>
                    <a:pt x="235" y="14"/>
                  </a:cubicBezTo>
                  <a:cubicBezTo>
                    <a:pt x="235" y="14"/>
                    <a:pt x="234" y="15"/>
                    <a:pt x="233" y="15"/>
                  </a:cubicBezTo>
                  <a:cubicBezTo>
                    <a:pt x="233" y="15"/>
                    <a:pt x="233" y="15"/>
                    <a:pt x="233" y="15"/>
                  </a:cubicBezTo>
                  <a:cubicBezTo>
                    <a:pt x="234" y="13"/>
                    <a:pt x="234" y="13"/>
                    <a:pt x="234" y="13"/>
                  </a:cubicBezTo>
                  <a:cubicBezTo>
                    <a:pt x="226" y="13"/>
                    <a:pt x="226" y="13"/>
                    <a:pt x="226" y="13"/>
                  </a:cubicBezTo>
                  <a:cubicBezTo>
                    <a:pt x="226" y="13"/>
                    <a:pt x="226" y="14"/>
                    <a:pt x="226" y="14"/>
                  </a:cubicBezTo>
                  <a:cubicBezTo>
                    <a:pt x="226" y="15"/>
                    <a:pt x="226" y="16"/>
                    <a:pt x="226" y="17"/>
                  </a:cubicBezTo>
                  <a:lnTo>
                    <a:pt x="221" y="41"/>
                  </a:lnTo>
                  <a:close/>
                  <a:moveTo>
                    <a:pt x="269" y="36"/>
                  </a:moveTo>
                  <a:cubicBezTo>
                    <a:pt x="267" y="36"/>
                    <a:pt x="266" y="36"/>
                    <a:pt x="265" y="35"/>
                  </a:cubicBezTo>
                  <a:cubicBezTo>
                    <a:pt x="264" y="34"/>
                    <a:pt x="264" y="34"/>
                    <a:pt x="263" y="33"/>
                  </a:cubicBezTo>
                  <a:cubicBezTo>
                    <a:pt x="263" y="32"/>
                    <a:pt x="263" y="30"/>
                    <a:pt x="263" y="29"/>
                  </a:cubicBezTo>
                  <a:cubicBezTo>
                    <a:pt x="263" y="28"/>
                    <a:pt x="263" y="27"/>
                    <a:pt x="263" y="26"/>
                  </a:cubicBezTo>
                  <a:cubicBezTo>
                    <a:pt x="263" y="25"/>
                    <a:pt x="264" y="24"/>
                    <a:pt x="264" y="23"/>
                  </a:cubicBezTo>
                  <a:cubicBezTo>
                    <a:pt x="265" y="22"/>
                    <a:pt x="265" y="21"/>
                    <a:pt x="266" y="20"/>
                  </a:cubicBezTo>
                  <a:cubicBezTo>
                    <a:pt x="267" y="20"/>
                    <a:pt x="267" y="19"/>
                    <a:pt x="268" y="18"/>
                  </a:cubicBezTo>
                  <a:cubicBezTo>
                    <a:pt x="269" y="18"/>
                    <a:pt x="270" y="18"/>
                    <a:pt x="271" y="18"/>
                  </a:cubicBezTo>
                  <a:cubicBezTo>
                    <a:pt x="273" y="18"/>
                    <a:pt x="273" y="18"/>
                    <a:pt x="274" y="18"/>
                  </a:cubicBezTo>
                  <a:cubicBezTo>
                    <a:pt x="275" y="19"/>
                    <a:pt x="275" y="19"/>
                    <a:pt x="276" y="20"/>
                  </a:cubicBezTo>
                  <a:cubicBezTo>
                    <a:pt x="276" y="20"/>
                    <a:pt x="277" y="21"/>
                    <a:pt x="277" y="22"/>
                  </a:cubicBezTo>
                  <a:cubicBezTo>
                    <a:pt x="277" y="23"/>
                    <a:pt x="277" y="24"/>
                    <a:pt x="277" y="24"/>
                  </a:cubicBezTo>
                  <a:cubicBezTo>
                    <a:pt x="277" y="25"/>
                    <a:pt x="277" y="26"/>
                    <a:pt x="277" y="28"/>
                  </a:cubicBezTo>
                  <a:cubicBezTo>
                    <a:pt x="277" y="29"/>
                    <a:pt x="276" y="30"/>
                    <a:pt x="276" y="31"/>
                  </a:cubicBezTo>
                  <a:cubicBezTo>
                    <a:pt x="275" y="32"/>
                    <a:pt x="275" y="32"/>
                    <a:pt x="274" y="33"/>
                  </a:cubicBezTo>
                  <a:cubicBezTo>
                    <a:pt x="273" y="34"/>
                    <a:pt x="273" y="35"/>
                    <a:pt x="272" y="35"/>
                  </a:cubicBezTo>
                  <a:cubicBezTo>
                    <a:pt x="271" y="36"/>
                    <a:pt x="270" y="36"/>
                    <a:pt x="269" y="36"/>
                  </a:cubicBezTo>
                  <a:moveTo>
                    <a:pt x="272" y="12"/>
                  </a:moveTo>
                  <a:cubicBezTo>
                    <a:pt x="269" y="12"/>
                    <a:pt x="267" y="12"/>
                    <a:pt x="265" y="13"/>
                  </a:cubicBezTo>
                  <a:cubicBezTo>
                    <a:pt x="263" y="14"/>
                    <a:pt x="261" y="15"/>
                    <a:pt x="260" y="17"/>
                  </a:cubicBezTo>
                  <a:cubicBezTo>
                    <a:pt x="258" y="18"/>
                    <a:pt x="257" y="20"/>
                    <a:pt x="256" y="22"/>
                  </a:cubicBezTo>
                  <a:cubicBezTo>
                    <a:pt x="256" y="24"/>
                    <a:pt x="255" y="26"/>
                    <a:pt x="255" y="29"/>
                  </a:cubicBezTo>
                  <a:cubicBezTo>
                    <a:pt x="255" y="31"/>
                    <a:pt x="256" y="34"/>
                    <a:pt x="257" y="36"/>
                  </a:cubicBezTo>
                  <a:cubicBezTo>
                    <a:pt x="258" y="37"/>
                    <a:pt x="259" y="39"/>
                    <a:pt x="261" y="40"/>
                  </a:cubicBezTo>
                  <a:cubicBezTo>
                    <a:pt x="263" y="41"/>
                    <a:pt x="265" y="42"/>
                    <a:pt x="268" y="42"/>
                  </a:cubicBezTo>
                  <a:cubicBezTo>
                    <a:pt x="270" y="42"/>
                    <a:pt x="273" y="41"/>
                    <a:pt x="275" y="40"/>
                  </a:cubicBezTo>
                  <a:cubicBezTo>
                    <a:pt x="277" y="39"/>
                    <a:pt x="279" y="38"/>
                    <a:pt x="280" y="37"/>
                  </a:cubicBezTo>
                  <a:cubicBezTo>
                    <a:pt x="282" y="35"/>
                    <a:pt x="283" y="33"/>
                    <a:pt x="284" y="31"/>
                  </a:cubicBezTo>
                  <a:cubicBezTo>
                    <a:pt x="284" y="29"/>
                    <a:pt x="285" y="27"/>
                    <a:pt x="285" y="24"/>
                  </a:cubicBezTo>
                  <a:cubicBezTo>
                    <a:pt x="285" y="22"/>
                    <a:pt x="284" y="21"/>
                    <a:pt x="284" y="19"/>
                  </a:cubicBezTo>
                  <a:cubicBezTo>
                    <a:pt x="283" y="18"/>
                    <a:pt x="282" y="16"/>
                    <a:pt x="281" y="15"/>
                  </a:cubicBezTo>
                  <a:cubicBezTo>
                    <a:pt x="280" y="14"/>
                    <a:pt x="279" y="13"/>
                    <a:pt x="277" y="13"/>
                  </a:cubicBezTo>
                  <a:cubicBezTo>
                    <a:pt x="275" y="12"/>
                    <a:pt x="274" y="12"/>
                    <a:pt x="272" y="12"/>
                  </a:cubicBezTo>
                  <a:moveTo>
                    <a:pt x="287" y="41"/>
                  </a:moveTo>
                  <a:cubicBezTo>
                    <a:pt x="295" y="41"/>
                    <a:pt x="295" y="41"/>
                    <a:pt x="295" y="41"/>
                  </a:cubicBezTo>
                  <a:cubicBezTo>
                    <a:pt x="304" y="0"/>
                    <a:pt x="304" y="0"/>
                    <a:pt x="304" y="0"/>
                  </a:cubicBezTo>
                  <a:cubicBezTo>
                    <a:pt x="296" y="0"/>
                    <a:pt x="296" y="0"/>
                    <a:pt x="296" y="0"/>
                  </a:cubicBezTo>
                  <a:lnTo>
                    <a:pt x="287" y="41"/>
                  </a:lnTo>
                  <a:close/>
                  <a:moveTo>
                    <a:pt x="317" y="36"/>
                  </a:moveTo>
                  <a:cubicBezTo>
                    <a:pt x="316" y="36"/>
                    <a:pt x="315" y="36"/>
                    <a:pt x="314" y="35"/>
                  </a:cubicBezTo>
                  <a:cubicBezTo>
                    <a:pt x="313" y="34"/>
                    <a:pt x="312" y="34"/>
                    <a:pt x="312" y="33"/>
                  </a:cubicBezTo>
                  <a:cubicBezTo>
                    <a:pt x="312" y="32"/>
                    <a:pt x="311" y="30"/>
                    <a:pt x="311" y="29"/>
                  </a:cubicBezTo>
                  <a:cubicBezTo>
                    <a:pt x="311" y="28"/>
                    <a:pt x="312" y="27"/>
                    <a:pt x="312" y="26"/>
                  </a:cubicBezTo>
                  <a:cubicBezTo>
                    <a:pt x="312" y="25"/>
                    <a:pt x="312" y="24"/>
                    <a:pt x="313" y="23"/>
                  </a:cubicBezTo>
                  <a:cubicBezTo>
                    <a:pt x="313" y="22"/>
                    <a:pt x="314" y="21"/>
                    <a:pt x="315" y="20"/>
                  </a:cubicBezTo>
                  <a:cubicBezTo>
                    <a:pt x="315" y="20"/>
                    <a:pt x="316" y="19"/>
                    <a:pt x="317" y="18"/>
                  </a:cubicBezTo>
                  <a:cubicBezTo>
                    <a:pt x="318" y="18"/>
                    <a:pt x="319" y="18"/>
                    <a:pt x="320" y="18"/>
                  </a:cubicBezTo>
                  <a:cubicBezTo>
                    <a:pt x="321" y="18"/>
                    <a:pt x="322" y="18"/>
                    <a:pt x="323" y="18"/>
                  </a:cubicBezTo>
                  <a:cubicBezTo>
                    <a:pt x="324" y="19"/>
                    <a:pt x="324" y="19"/>
                    <a:pt x="325" y="20"/>
                  </a:cubicBezTo>
                  <a:cubicBezTo>
                    <a:pt x="325" y="20"/>
                    <a:pt x="325" y="21"/>
                    <a:pt x="326" y="22"/>
                  </a:cubicBezTo>
                  <a:cubicBezTo>
                    <a:pt x="326" y="23"/>
                    <a:pt x="326" y="24"/>
                    <a:pt x="326" y="24"/>
                  </a:cubicBezTo>
                  <a:cubicBezTo>
                    <a:pt x="326" y="25"/>
                    <a:pt x="326" y="26"/>
                    <a:pt x="325" y="28"/>
                  </a:cubicBezTo>
                  <a:cubicBezTo>
                    <a:pt x="325" y="29"/>
                    <a:pt x="325" y="30"/>
                    <a:pt x="324" y="31"/>
                  </a:cubicBezTo>
                  <a:cubicBezTo>
                    <a:pt x="324" y="32"/>
                    <a:pt x="323" y="32"/>
                    <a:pt x="323" y="33"/>
                  </a:cubicBezTo>
                  <a:cubicBezTo>
                    <a:pt x="322" y="34"/>
                    <a:pt x="321" y="35"/>
                    <a:pt x="320" y="35"/>
                  </a:cubicBezTo>
                  <a:cubicBezTo>
                    <a:pt x="319" y="36"/>
                    <a:pt x="318" y="36"/>
                    <a:pt x="317" y="36"/>
                  </a:cubicBezTo>
                  <a:moveTo>
                    <a:pt x="321" y="12"/>
                  </a:moveTo>
                  <a:cubicBezTo>
                    <a:pt x="318" y="12"/>
                    <a:pt x="316" y="12"/>
                    <a:pt x="314" y="13"/>
                  </a:cubicBezTo>
                  <a:cubicBezTo>
                    <a:pt x="312" y="14"/>
                    <a:pt x="310" y="15"/>
                    <a:pt x="309" y="17"/>
                  </a:cubicBezTo>
                  <a:cubicBezTo>
                    <a:pt x="307" y="18"/>
                    <a:pt x="306" y="20"/>
                    <a:pt x="305" y="22"/>
                  </a:cubicBezTo>
                  <a:cubicBezTo>
                    <a:pt x="304" y="24"/>
                    <a:pt x="304" y="26"/>
                    <a:pt x="304" y="29"/>
                  </a:cubicBezTo>
                  <a:cubicBezTo>
                    <a:pt x="304" y="31"/>
                    <a:pt x="304" y="34"/>
                    <a:pt x="305" y="36"/>
                  </a:cubicBezTo>
                  <a:cubicBezTo>
                    <a:pt x="306" y="37"/>
                    <a:pt x="308" y="39"/>
                    <a:pt x="310" y="40"/>
                  </a:cubicBezTo>
                  <a:cubicBezTo>
                    <a:pt x="312" y="41"/>
                    <a:pt x="314" y="42"/>
                    <a:pt x="317" y="42"/>
                  </a:cubicBezTo>
                  <a:cubicBezTo>
                    <a:pt x="319" y="42"/>
                    <a:pt x="321" y="41"/>
                    <a:pt x="323" y="40"/>
                  </a:cubicBezTo>
                  <a:cubicBezTo>
                    <a:pt x="326" y="39"/>
                    <a:pt x="327" y="38"/>
                    <a:pt x="329" y="37"/>
                  </a:cubicBezTo>
                  <a:cubicBezTo>
                    <a:pt x="330" y="35"/>
                    <a:pt x="331" y="33"/>
                    <a:pt x="332" y="31"/>
                  </a:cubicBezTo>
                  <a:cubicBezTo>
                    <a:pt x="333" y="29"/>
                    <a:pt x="333" y="27"/>
                    <a:pt x="333" y="24"/>
                  </a:cubicBezTo>
                  <a:cubicBezTo>
                    <a:pt x="333" y="22"/>
                    <a:pt x="333" y="21"/>
                    <a:pt x="332" y="19"/>
                  </a:cubicBezTo>
                  <a:cubicBezTo>
                    <a:pt x="332" y="18"/>
                    <a:pt x="331" y="16"/>
                    <a:pt x="330" y="15"/>
                  </a:cubicBezTo>
                  <a:cubicBezTo>
                    <a:pt x="329" y="14"/>
                    <a:pt x="327" y="13"/>
                    <a:pt x="326" y="13"/>
                  </a:cubicBezTo>
                  <a:cubicBezTo>
                    <a:pt x="324" y="12"/>
                    <a:pt x="322" y="12"/>
                    <a:pt x="321" y="12"/>
                  </a:cubicBezTo>
                  <a:moveTo>
                    <a:pt x="335" y="51"/>
                  </a:moveTo>
                  <a:cubicBezTo>
                    <a:pt x="337" y="52"/>
                    <a:pt x="339" y="52"/>
                    <a:pt x="341" y="53"/>
                  </a:cubicBezTo>
                  <a:cubicBezTo>
                    <a:pt x="343" y="53"/>
                    <a:pt x="345" y="53"/>
                    <a:pt x="347" y="53"/>
                  </a:cubicBezTo>
                  <a:cubicBezTo>
                    <a:pt x="349" y="53"/>
                    <a:pt x="351" y="53"/>
                    <a:pt x="353" y="52"/>
                  </a:cubicBezTo>
                  <a:cubicBezTo>
                    <a:pt x="355" y="51"/>
                    <a:pt x="357" y="50"/>
                    <a:pt x="358" y="49"/>
                  </a:cubicBezTo>
                  <a:cubicBezTo>
                    <a:pt x="359" y="48"/>
                    <a:pt x="360" y="46"/>
                    <a:pt x="361" y="44"/>
                  </a:cubicBezTo>
                  <a:cubicBezTo>
                    <a:pt x="362" y="42"/>
                    <a:pt x="362" y="40"/>
                    <a:pt x="363" y="38"/>
                  </a:cubicBezTo>
                  <a:cubicBezTo>
                    <a:pt x="367" y="17"/>
                    <a:pt x="367" y="17"/>
                    <a:pt x="367" y="17"/>
                  </a:cubicBezTo>
                  <a:cubicBezTo>
                    <a:pt x="367" y="16"/>
                    <a:pt x="368" y="15"/>
                    <a:pt x="368" y="14"/>
                  </a:cubicBezTo>
                  <a:cubicBezTo>
                    <a:pt x="368" y="14"/>
                    <a:pt x="368" y="13"/>
                    <a:pt x="368" y="13"/>
                  </a:cubicBezTo>
                  <a:cubicBezTo>
                    <a:pt x="361" y="13"/>
                    <a:pt x="361" y="13"/>
                    <a:pt x="361" y="13"/>
                  </a:cubicBezTo>
                  <a:cubicBezTo>
                    <a:pt x="360" y="17"/>
                    <a:pt x="360" y="17"/>
                    <a:pt x="360" y="17"/>
                  </a:cubicBezTo>
                  <a:cubicBezTo>
                    <a:pt x="360" y="16"/>
                    <a:pt x="359" y="15"/>
                    <a:pt x="358" y="14"/>
                  </a:cubicBezTo>
                  <a:cubicBezTo>
                    <a:pt x="357" y="14"/>
                    <a:pt x="356" y="13"/>
                    <a:pt x="355" y="13"/>
                  </a:cubicBezTo>
                  <a:cubicBezTo>
                    <a:pt x="354" y="12"/>
                    <a:pt x="353" y="12"/>
                    <a:pt x="352" y="12"/>
                  </a:cubicBezTo>
                  <a:cubicBezTo>
                    <a:pt x="350" y="12"/>
                    <a:pt x="348" y="12"/>
                    <a:pt x="347" y="13"/>
                  </a:cubicBezTo>
                  <a:cubicBezTo>
                    <a:pt x="345" y="14"/>
                    <a:pt x="344" y="14"/>
                    <a:pt x="343" y="16"/>
                  </a:cubicBezTo>
                  <a:cubicBezTo>
                    <a:pt x="341" y="17"/>
                    <a:pt x="341" y="18"/>
                    <a:pt x="340" y="19"/>
                  </a:cubicBezTo>
                  <a:cubicBezTo>
                    <a:pt x="339" y="21"/>
                    <a:pt x="338" y="22"/>
                    <a:pt x="338" y="24"/>
                  </a:cubicBezTo>
                  <a:cubicBezTo>
                    <a:pt x="338" y="26"/>
                    <a:pt x="337" y="27"/>
                    <a:pt x="337" y="29"/>
                  </a:cubicBezTo>
                  <a:cubicBezTo>
                    <a:pt x="337" y="31"/>
                    <a:pt x="338" y="32"/>
                    <a:pt x="338" y="33"/>
                  </a:cubicBezTo>
                  <a:cubicBezTo>
                    <a:pt x="338" y="35"/>
                    <a:pt x="339" y="36"/>
                    <a:pt x="340" y="37"/>
                  </a:cubicBezTo>
                  <a:cubicBezTo>
                    <a:pt x="340" y="38"/>
                    <a:pt x="341" y="39"/>
                    <a:pt x="343" y="40"/>
                  </a:cubicBezTo>
                  <a:cubicBezTo>
                    <a:pt x="344" y="41"/>
                    <a:pt x="345" y="41"/>
                    <a:pt x="347" y="41"/>
                  </a:cubicBezTo>
                  <a:cubicBezTo>
                    <a:pt x="349" y="41"/>
                    <a:pt x="350" y="41"/>
                    <a:pt x="351" y="40"/>
                  </a:cubicBezTo>
                  <a:cubicBezTo>
                    <a:pt x="352" y="40"/>
                    <a:pt x="353" y="39"/>
                    <a:pt x="354" y="38"/>
                  </a:cubicBezTo>
                  <a:cubicBezTo>
                    <a:pt x="355" y="38"/>
                    <a:pt x="356" y="37"/>
                    <a:pt x="357" y="36"/>
                  </a:cubicBezTo>
                  <a:cubicBezTo>
                    <a:pt x="357" y="36"/>
                    <a:pt x="357" y="36"/>
                    <a:pt x="357" y="36"/>
                  </a:cubicBezTo>
                  <a:cubicBezTo>
                    <a:pt x="356" y="37"/>
                    <a:pt x="356" y="38"/>
                    <a:pt x="356" y="39"/>
                  </a:cubicBezTo>
                  <a:cubicBezTo>
                    <a:pt x="355" y="40"/>
                    <a:pt x="355" y="41"/>
                    <a:pt x="354" y="42"/>
                  </a:cubicBezTo>
                  <a:cubicBezTo>
                    <a:pt x="354" y="43"/>
                    <a:pt x="353" y="44"/>
                    <a:pt x="353" y="45"/>
                  </a:cubicBezTo>
                  <a:cubicBezTo>
                    <a:pt x="352" y="46"/>
                    <a:pt x="351" y="46"/>
                    <a:pt x="350" y="47"/>
                  </a:cubicBezTo>
                  <a:cubicBezTo>
                    <a:pt x="349" y="47"/>
                    <a:pt x="348" y="47"/>
                    <a:pt x="346" y="47"/>
                  </a:cubicBezTo>
                  <a:cubicBezTo>
                    <a:pt x="345" y="47"/>
                    <a:pt x="344" y="47"/>
                    <a:pt x="343" y="47"/>
                  </a:cubicBezTo>
                  <a:cubicBezTo>
                    <a:pt x="342" y="47"/>
                    <a:pt x="341" y="47"/>
                    <a:pt x="340" y="46"/>
                  </a:cubicBezTo>
                  <a:cubicBezTo>
                    <a:pt x="339" y="46"/>
                    <a:pt x="338" y="46"/>
                    <a:pt x="337" y="45"/>
                  </a:cubicBezTo>
                  <a:lnTo>
                    <a:pt x="335" y="51"/>
                  </a:lnTo>
                  <a:close/>
                  <a:moveTo>
                    <a:pt x="358" y="24"/>
                  </a:moveTo>
                  <a:cubicBezTo>
                    <a:pt x="358" y="25"/>
                    <a:pt x="358" y="26"/>
                    <a:pt x="358" y="27"/>
                  </a:cubicBezTo>
                  <a:cubicBezTo>
                    <a:pt x="357" y="28"/>
                    <a:pt x="357" y="29"/>
                    <a:pt x="357" y="30"/>
                  </a:cubicBezTo>
                  <a:cubicBezTo>
                    <a:pt x="356" y="31"/>
                    <a:pt x="356" y="32"/>
                    <a:pt x="355" y="33"/>
                  </a:cubicBezTo>
                  <a:cubicBezTo>
                    <a:pt x="354" y="33"/>
                    <a:pt x="354" y="34"/>
                    <a:pt x="353" y="35"/>
                  </a:cubicBezTo>
                  <a:cubicBezTo>
                    <a:pt x="352" y="35"/>
                    <a:pt x="351" y="35"/>
                    <a:pt x="350" y="35"/>
                  </a:cubicBezTo>
                  <a:cubicBezTo>
                    <a:pt x="349" y="35"/>
                    <a:pt x="348" y="35"/>
                    <a:pt x="347" y="34"/>
                  </a:cubicBezTo>
                  <a:cubicBezTo>
                    <a:pt x="346" y="34"/>
                    <a:pt x="346" y="33"/>
                    <a:pt x="345" y="32"/>
                  </a:cubicBezTo>
                  <a:cubicBezTo>
                    <a:pt x="345" y="31"/>
                    <a:pt x="345" y="30"/>
                    <a:pt x="345" y="29"/>
                  </a:cubicBezTo>
                  <a:cubicBezTo>
                    <a:pt x="345" y="28"/>
                    <a:pt x="345" y="27"/>
                    <a:pt x="345" y="26"/>
                  </a:cubicBezTo>
                  <a:cubicBezTo>
                    <a:pt x="345" y="25"/>
                    <a:pt x="346" y="24"/>
                    <a:pt x="346" y="23"/>
                  </a:cubicBezTo>
                  <a:cubicBezTo>
                    <a:pt x="347" y="22"/>
                    <a:pt x="347" y="21"/>
                    <a:pt x="348" y="20"/>
                  </a:cubicBezTo>
                  <a:cubicBezTo>
                    <a:pt x="348" y="20"/>
                    <a:pt x="349" y="19"/>
                    <a:pt x="350" y="18"/>
                  </a:cubicBezTo>
                  <a:cubicBezTo>
                    <a:pt x="351" y="18"/>
                    <a:pt x="352" y="18"/>
                    <a:pt x="353" y="18"/>
                  </a:cubicBezTo>
                  <a:cubicBezTo>
                    <a:pt x="354" y="18"/>
                    <a:pt x="355" y="18"/>
                    <a:pt x="356" y="19"/>
                  </a:cubicBezTo>
                  <a:cubicBezTo>
                    <a:pt x="356" y="19"/>
                    <a:pt x="357" y="20"/>
                    <a:pt x="357" y="21"/>
                  </a:cubicBezTo>
                  <a:cubicBezTo>
                    <a:pt x="358" y="22"/>
                    <a:pt x="358" y="23"/>
                    <a:pt x="358" y="24"/>
                  </a:cubicBezTo>
                  <a:moveTo>
                    <a:pt x="372" y="13"/>
                  </a:moveTo>
                  <a:cubicBezTo>
                    <a:pt x="377" y="42"/>
                    <a:pt x="377" y="42"/>
                    <a:pt x="377" y="42"/>
                  </a:cubicBezTo>
                  <a:cubicBezTo>
                    <a:pt x="376" y="44"/>
                    <a:pt x="375" y="45"/>
                    <a:pt x="375" y="45"/>
                  </a:cubicBezTo>
                  <a:cubicBezTo>
                    <a:pt x="374" y="46"/>
                    <a:pt x="373" y="47"/>
                    <a:pt x="373" y="47"/>
                  </a:cubicBezTo>
                  <a:cubicBezTo>
                    <a:pt x="372" y="47"/>
                    <a:pt x="371" y="47"/>
                    <a:pt x="371" y="47"/>
                  </a:cubicBezTo>
                  <a:cubicBezTo>
                    <a:pt x="370" y="47"/>
                    <a:pt x="369" y="47"/>
                    <a:pt x="369" y="47"/>
                  </a:cubicBezTo>
                  <a:cubicBezTo>
                    <a:pt x="368" y="47"/>
                    <a:pt x="368" y="47"/>
                    <a:pt x="367" y="47"/>
                  </a:cubicBezTo>
                  <a:cubicBezTo>
                    <a:pt x="366" y="52"/>
                    <a:pt x="366" y="52"/>
                    <a:pt x="366" y="52"/>
                  </a:cubicBezTo>
                  <a:cubicBezTo>
                    <a:pt x="367" y="53"/>
                    <a:pt x="368" y="53"/>
                    <a:pt x="369" y="53"/>
                  </a:cubicBezTo>
                  <a:cubicBezTo>
                    <a:pt x="369" y="53"/>
                    <a:pt x="370" y="53"/>
                    <a:pt x="371" y="53"/>
                  </a:cubicBezTo>
                  <a:cubicBezTo>
                    <a:pt x="373" y="53"/>
                    <a:pt x="374" y="53"/>
                    <a:pt x="375" y="52"/>
                  </a:cubicBezTo>
                  <a:cubicBezTo>
                    <a:pt x="377" y="52"/>
                    <a:pt x="378" y="51"/>
                    <a:pt x="378" y="51"/>
                  </a:cubicBezTo>
                  <a:cubicBezTo>
                    <a:pt x="379" y="50"/>
                    <a:pt x="380" y="49"/>
                    <a:pt x="381" y="48"/>
                  </a:cubicBezTo>
                  <a:cubicBezTo>
                    <a:pt x="381" y="47"/>
                    <a:pt x="382" y="46"/>
                    <a:pt x="383" y="45"/>
                  </a:cubicBezTo>
                  <a:cubicBezTo>
                    <a:pt x="402" y="13"/>
                    <a:pt x="402" y="13"/>
                    <a:pt x="402" y="13"/>
                  </a:cubicBezTo>
                  <a:cubicBezTo>
                    <a:pt x="394" y="13"/>
                    <a:pt x="394" y="13"/>
                    <a:pt x="394" y="13"/>
                  </a:cubicBezTo>
                  <a:cubicBezTo>
                    <a:pt x="382" y="34"/>
                    <a:pt x="382" y="34"/>
                    <a:pt x="382" y="34"/>
                  </a:cubicBezTo>
                  <a:cubicBezTo>
                    <a:pt x="382" y="34"/>
                    <a:pt x="382" y="34"/>
                    <a:pt x="382" y="34"/>
                  </a:cubicBezTo>
                  <a:cubicBezTo>
                    <a:pt x="380" y="13"/>
                    <a:pt x="380" y="13"/>
                    <a:pt x="380" y="13"/>
                  </a:cubicBezTo>
                  <a:lnTo>
                    <a:pt x="372" y="13"/>
                  </a:lnTo>
                  <a:close/>
                  <a:moveTo>
                    <a:pt x="445" y="4"/>
                  </a:moveTo>
                  <a:cubicBezTo>
                    <a:pt x="443" y="3"/>
                    <a:pt x="441" y="3"/>
                    <a:pt x="440" y="2"/>
                  </a:cubicBezTo>
                  <a:cubicBezTo>
                    <a:pt x="438" y="2"/>
                    <a:pt x="436" y="2"/>
                    <a:pt x="435" y="2"/>
                  </a:cubicBezTo>
                  <a:cubicBezTo>
                    <a:pt x="433" y="2"/>
                    <a:pt x="432" y="2"/>
                    <a:pt x="430" y="2"/>
                  </a:cubicBezTo>
                  <a:cubicBezTo>
                    <a:pt x="429" y="3"/>
                    <a:pt x="428" y="3"/>
                    <a:pt x="426" y="4"/>
                  </a:cubicBezTo>
                  <a:cubicBezTo>
                    <a:pt x="425" y="4"/>
                    <a:pt x="424" y="5"/>
                    <a:pt x="423" y="6"/>
                  </a:cubicBezTo>
                  <a:cubicBezTo>
                    <a:pt x="422" y="7"/>
                    <a:pt x="422" y="8"/>
                    <a:pt x="421" y="9"/>
                  </a:cubicBezTo>
                  <a:cubicBezTo>
                    <a:pt x="421" y="11"/>
                    <a:pt x="420" y="12"/>
                    <a:pt x="420" y="14"/>
                  </a:cubicBezTo>
                  <a:cubicBezTo>
                    <a:pt x="420" y="15"/>
                    <a:pt x="421" y="16"/>
                    <a:pt x="421" y="17"/>
                  </a:cubicBezTo>
                  <a:cubicBezTo>
                    <a:pt x="422" y="18"/>
                    <a:pt x="422" y="19"/>
                    <a:pt x="423" y="20"/>
                  </a:cubicBezTo>
                  <a:cubicBezTo>
                    <a:pt x="424" y="21"/>
                    <a:pt x="425" y="21"/>
                    <a:pt x="425" y="22"/>
                  </a:cubicBezTo>
                  <a:cubicBezTo>
                    <a:pt x="426" y="23"/>
                    <a:pt x="427" y="23"/>
                    <a:pt x="428" y="24"/>
                  </a:cubicBezTo>
                  <a:cubicBezTo>
                    <a:pt x="429" y="24"/>
                    <a:pt x="430" y="25"/>
                    <a:pt x="431" y="25"/>
                  </a:cubicBezTo>
                  <a:cubicBezTo>
                    <a:pt x="432" y="26"/>
                    <a:pt x="432" y="26"/>
                    <a:pt x="433" y="27"/>
                  </a:cubicBezTo>
                  <a:cubicBezTo>
                    <a:pt x="433" y="28"/>
                    <a:pt x="433" y="29"/>
                    <a:pt x="433" y="30"/>
                  </a:cubicBezTo>
                  <a:cubicBezTo>
                    <a:pt x="433" y="31"/>
                    <a:pt x="433" y="31"/>
                    <a:pt x="433" y="32"/>
                  </a:cubicBezTo>
                  <a:cubicBezTo>
                    <a:pt x="432" y="33"/>
                    <a:pt x="432" y="34"/>
                    <a:pt x="431" y="34"/>
                  </a:cubicBezTo>
                  <a:cubicBezTo>
                    <a:pt x="430" y="35"/>
                    <a:pt x="430" y="35"/>
                    <a:pt x="429" y="35"/>
                  </a:cubicBezTo>
                  <a:cubicBezTo>
                    <a:pt x="428" y="35"/>
                    <a:pt x="427" y="36"/>
                    <a:pt x="426" y="36"/>
                  </a:cubicBezTo>
                  <a:cubicBezTo>
                    <a:pt x="425" y="36"/>
                    <a:pt x="424" y="35"/>
                    <a:pt x="423" y="35"/>
                  </a:cubicBezTo>
                  <a:cubicBezTo>
                    <a:pt x="422" y="35"/>
                    <a:pt x="421" y="35"/>
                    <a:pt x="420" y="34"/>
                  </a:cubicBezTo>
                  <a:cubicBezTo>
                    <a:pt x="419" y="34"/>
                    <a:pt x="418" y="33"/>
                    <a:pt x="417" y="33"/>
                  </a:cubicBezTo>
                  <a:cubicBezTo>
                    <a:pt x="415" y="39"/>
                    <a:pt x="415" y="39"/>
                    <a:pt x="415" y="39"/>
                  </a:cubicBezTo>
                  <a:cubicBezTo>
                    <a:pt x="417" y="40"/>
                    <a:pt x="418" y="41"/>
                    <a:pt x="420" y="41"/>
                  </a:cubicBezTo>
                  <a:cubicBezTo>
                    <a:pt x="422" y="41"/>
                    <a:pt x="424" y="42"/>
                    <a:pt x="426" y="42"/>
                  </a:cubicBezTo>
                  <a:cubicBezTo>
                    <a:pt x="427" y="42"/>
                    <a:pt x="429" y="41"/>
                    <a:pt x="431" y="41"/>
                  </a:cubicBezTo>
                  <a:cubicBezTo>
                    <a:pt x="432" y="41"/>
                    <a:pt x="434" y="40"/>
                    <a:pt x="435" y="40"/>
                  </a:cubicBezTo>
                  <a:cubicBezTo>
                    <a:pt x="436" y="39"/>
                    <a:pt x="437" y="38"/>
                    <a:pt x="438" y="37"/>
                  </a:cubicBezTo>
                  <a:cubicBezTo>
                    <a:pt x="439" y="36"/>
                    <a:pt x="440" y="35"/>
                    <a:pt x="441" y="34"/>
                  </a:cubicBezTo>
                  <a:cubicBezTo>
                    <a:pt x="441" y="32"/>
                    <a:pt x="441" y="31"/>
                    <a:pt x="441" y="29"/>
                  </a:cubicBezTo>
                  <a:cubicBezTo>
                    <a:pt x="441" y="27"/>
                    <a:pt x="441" y="26"/>
                    <a:pt x="441" y="25"/>
                  </a:cubicBezTo>
                  <a:cubicBezTo>
                    <a:pt x="440" y="24"/>
                    <a:pt x="440" y="23"/>
                    <a:pt x="439" y="22"/>
                  </a:cubicBezTo>
                  <a:cubicBezTo>
                    <a:pt x="438" y="21"/>
                    <a:pt x="437" y="20"/>
                    <a:pt x="436" y="20"/>
                  </a:cubicBezTo>
                  <a:cubicBezTo>
                    <a:pt x="435" y="19"/>
                    <a:pt x="434" y="19"/>
                    <a:pt x="433" y="18"/>
                  </a:cubicBezTo>
                  <a:cubicBezTo>
                    <a:pt x="433" y="18"/>
                    <a:pt x="432" y="17"/>
                    <a:pt x="431" y="16"/>
                  </a:cubicBezTo>
                  <a:cubicBezTo>
                    <a:pt x="430" y="16"/>
                    <a:pt x="430" y="15"/>
                    <a:pt x="429" y="15"/>
                  </a:cubicBezTo>
                  <a:cubicBezTo>
                    <a:pt x="429" y="14"/>
                    <a:pt x="428" y="13"/>
                    <a:pt x="428" y="12"/>
                  </a:cubicBezTo>
                  <a:cubicBezTo>
                    <a:pt x="428" y="12"/>
                    <a:pt x="429" y="11"/>
                    <a:pt x="429" y="10"/>
                  </a:cubicBezTo>
                  <a:cubicBezTo>
                    <a:pt x="429" y="10"/>
                    <a:pt x="430" y="9"/>
                    <a:pt x="431" y="9"/>
                  </a:cubicBezTo>
                  <a:cubicBezTo>
                    <a:pt x="431" y="9"/>
                    <a:pt x="432" y="8"/>
                    <a:pt x="433" y="8"/>
                  </a:cubicBezTo>
                  <a:cubicBezTo>
                    <a:pt x="433" y="8"/>
                    <a:pt x="434" y="8"/>
                    <a:pt x="435" y="8"/>
                  </a:cubicBezTo>
                  <a:cubicBezTo>
                    <a:pt x="436" y="8"/>
                    <a:pt x="437" y="8"/>
                    <a:pt x="438" y="8"/>
                  </a:cubicBezTo>
                  <a:cubicBezTo>
                    <a:pt x="439" y="8"/>
                    <a:pt x="439" y="9"/>
                    <a:pt x="440" y="9"/>
                  </a:cubicBezTo>
                  <a:cubicBezTo>
                    <a:pt x="441" y="9"/>
                    <a:pt x="442" y="10"/>
                    <a:pt x="443" y="10"/>
                  </a:cubicBezTo>
                  <a:lnTo>
                    <a:pt x="445" y="4"/>
                  </a:lnTo>
                  <a:close/>
                  <a:moveTo>
                    <a:pt x="473" y="29"/>
                  </a:moveTo>
                  <a:cubicBezTo>
                    <a:pt x="474" y="28"/>
                    <a:pt x="474" y="27"/>
                    <a:pt x="474" y="26"/>
                  </a:cubicBezTo>
                  <a:cubicBezTo>
                    <a:pt x="474" y="25"/>
                    <a:pt x="474" y="24"/>
                    <a:pt x="474" y="23"/>
                  </a:cubicBezTo>
                  <a:cubicBezTo>
                    <a:pt x="474" y="20"/>
                    <a:pt x="474" y="18"/>
                    <a:pt x="473" y="17"/>
                  </a:cubicBezTo>
                  <a:cubicBezTo>
                    <a:pt x="472" y="15"/>
                    <a:pt x="470" y="14"/>
                    <a:pt x="469" y="13"/>
                  </a:cubicBezTo>
                  <a:cubicBezTo>
                    <a:pt x="467" y="12"/>
                    <a:pt x="465" y="12"/>
                    <a:pt x="462" y="12"/>
                  </a:cubicBezTo>
                  <a:cubicBezTo>
                    <a:pt x="461" y="12"/>
                    <a:pt x="459" y="12"/>
                    <a:pt x="457" y="13"/>
                  </a:cubicBezTo>
                  <a:cubicBezTo>
                    <a:pt x="456" y="14"/>
                    <a:pt x="454" y="14"/>
                    <a:pt x="453" y="16"/>
                  </a:cubicBezTo>
                  <a:cubicBezTo>
                    <a:pt x="452" y="17"/>
                    <a:pt x="450" y="18"/>
                    <a:pt x="449" y="19"/>
                  </a:cubicBezTo>
                  <a:cubicBezTo>
                    <a:pt x="448" y="21"/>
                    <a:pt x="448" y="22"/>
                    <a:pt x="447" y="24"/>
                  </a:cubicBezTo>
                  <a:cubicBezTo>
                    <a:pt x="447" y="26"/>
                    <a:pt x="446" y="27"/>
                    <a:pt x="446" y="29"/>
                  </a:cubicBezTo>
                  <a:cubicBezTo>
                    <a:pt x="446" y="31"/>
                    <a:pt x="447" y="33"/>
                    <a:pt x="447" y="35"/>
                  </a:cubicBezTo>
                  <a:cubicBezTo>
                    <a:pt x="448" y="36"/>
                    <a:pt x="449" y="38"/>
                    <a:pt x="450" y="39"/>
                  </a:cubicBezTo>
                  <a:cubicBezTo>
                    <a:pt x="451" y="40"/>
                    <a:pt x="453" y="40"/>
                    <a:pt x="454" y="41"/>
                  </a:cubicBezTo>
                  <a:cubicBezTo>
                    <a:pt x="456" y="41"/>
                    <a:pt x="458" y="42"/>
                    <a:pt x="460" y="42"/>
                  </a:cubicBezTo>
                  <a:cubicBezTo>
                    <a:pt x="462" y="42"/>
                    <a:pt x="463" y="41"/>
                    <a:pt x="465" y="41"/>
                  </a:cubicBezTo>
                  <a:cubicBezTo>
                    <a:pt x="466" y="41"/>
                    <a:pt x="468" y="40"/>
                    <a:pt x="469" y="40"/>
                  </a:cubicBezTo>
                  <a:cubicBezTo>
                    <a:pt x="470" y="34"/>
                    <a:pt x="470" y="34"/>
                    <a:pt x="470" y="34"/>
                  </a:cubicBezTo>
                  <a:cubicBezTo>
                    <a:pt x="469" y="35"/>
                    <a:pt x="467" y="35"/>
                    <a:pt x="466" y="36"/>
                  </a:cubicBezTo>
                  <a:cubicBezTo>
                    <a:pt x="464" y="36"/>
                    <a:pt x="463" y="36"/>
                    <a:pt x="461" y="36"/>
                  </a:cubicBezTo>
                  <a:cubicBezTo>
                    <a:pt x="460" y="36"/>
                    <a:pt x="458" y="36"/>
                    <a:pt x="457" y="36"/>
                  </a:cubicBezTo>
                  <a:cubicBezTo>
                    <a:pt x="456" y="35"/>
                    <a:pt x="455" y="34"/>
                    <a:pt x="454" y="33"/>
                  </a:cubicBezTo>
                  <a:cubicBezTo>
                    <a:pt x="454" y="32"/>
                    <a:pt x="453" y="31"/>
                    <a:pt x="453" y="29"/>
                  </a:cubicBezTo>
                  <a:lnTo>
                    <a:pt x="473" y="29"/>
                  </a:lnTo>
                  <a:close/>
                  <a:moveTo>
                    <a:pt x="454" y="24"/>
                  </a:moveTo>
                  <a:cubicBezTo>
                    <a:pt x="455" y="23"/>
                    <a:pt x="455" y="22"/>
                    <a:pt x="456" y="21"/>
                  </a:cubicBezTo>
                  <a:cubicBezTo>
                    <a:pt x="457" y="20"/>
                    <a:pt x="458" y="19"/>
                    <a:pt x="459" y="18"/>
                  </a:cubicBezTo>
                  <a:cubicBezTo>
                    <a:pt x="460" y="18"/>
                    <a:pt x="461" y="17"/>
                    <a:pt x="462" y="17"/>
                  </a:cubicBezTo>
                  <a:cubicBezTo>
                    <a:pt x="464" y="17"/>
                    <a:pt x="465" y="18"/>
                    <a:pt x="466" y="19"/>
                  </a:cubicBezTo>
                  <a:cubicBezTo>
                    <a:pt x="467" y="19"/>
                    <a:pt x="467" y="21"/>
                    <a:pt x="467" y="22"/>
                  </a:cubicBezTo>
                  <a:cubicBezTo>
                    <a:pt x="467" y="22"/>
                    <a:pt x="467" y="23"/>
                    <a:pt x="467" y="23"/>
                  </a:cubicBezTo>
                  <a:cubicBezTo>
                    <a:pt x="467" y="23"/>
                    <a:pt x="467" y="24"/>
                    <a:pt x="467" y="24"/>
                  </a:cubicBezTo>
                  <a:lnTo>
                    <a:pt x="454" y="24"/>
                  </a:lnTo>
                  <a:close/>
                  <a:moveTo>
                    <a:pt x="476" y="41"/>
                  </a:moveTo>
                  <a:cubicBezTo>
                    <a:pt x="484" y="41"/>
                    <a:pt x="484" y="41"/>
                    <a:pt x="484" y="41"/>
                  </a:cubicBezTo>
                  <a:cubicBezTo>
                    <a:pt x="486" y="28"/>
                    <a:pt x="486" y="28"/>
                    <a:pt x="486" y="28"/>
                  </a:cubicBezTo>
                  <a:cubicBezTo>
                    <a:pt x="487" y="27"/>
                    <a:pt x="487" y="26"/>
                    <a:pt x="487" y="25"/>
                  </a:cubicBezTo>
                  <a:cubicBezTo>
                    <a:pt x="488" y="24"/>
                    <a:pt x="488" y="23"/>
                    <a:pt x="489" y="22"/>
                  </a:cubicBezTo>
                  <a:cubicBezTo>
                    <a:pt x="490" y="21"/>
                    <a:pt x="491" y="20"/>
                    <a:pt x="492" y="20"/>
                  </a:cubicBezTo>
                  <a:cubicBezTo>
                    <a:pt x="492" y="19"/>
                    <a:pt x="494" y="19"/>
                    <a:pt x="495" y="19"/>
                  </a:cubicBezTo>
                  <a:cubicBezTo>
                    <a:pt x="495" y="19"/>
                    <a:pt x="496" y="19"/>
                    <a:pt x="496" y="19"/>
                  </a:cubicBezTo>
                  <a:cubicBezTo>
                    <a:pt x="497" y="19"/>
                    <a:pt x="497" y="19"/>
                    <a:pt x="498" y="19"/>
                  </a:cubicBezTo>
                  <a:cubicBezTo>
                    <a:pt x="499" y="12"/>
                    <a:pt x="499" y="12"/>
                    <a:pt x="499" y="12"/>
                  </a:cubicBezTo>
                  <a:cubicBezTo>
                    <a:pt x="499" y="12"/>
                    <a:pt x="498" y="12"/>
                    <a:pt x="498" y="12"/>
                  </a:cubicBezTo>
                  <a:cubicBezTo>
                    <a:pt x="497" y="12"/>
                    <a:pt x="497" y="12"/>
                    <a:pt x="496" y="12"/>
                  </a:cubicBezTo>
                  <a:cubicBezTo>
                    <a:pt x="496" y="12"/>
                    <a:pt x="495" y="12"/>
                    <a:pt x="494" y="13"/>
                  </a:cubicBezTo>
                  <a:cubicBezTo>
                    <a:pt x="493" y="13"/>
                    <a:pt x="492" y="13"/>
                    <a:pt x="492" y="14"/>
                  </a:cubicBezTo>
                  <a:cubicBezTo>
                    <a:pt x="491" y="14"/>
                    <a:pt x="490" y="15"/>
                    <a:pt x="490" y="16"/>
                  </a:cubicBezTo>
                  <a:cubicBezTo>
                    <a:pt x="489" y="16"/>
                    <a:pt x="488" y="17"/>
                    <a:pt x="488" y="18"/>
                  </a:cubicBezTo>
                  <a:cubicBezTo>
                    <a:pt x="488" y="18"/>
                    <a:pt x="488" y="18"/>
                    <a:pt x="488" y="18"/>
                  </a:cubicBezTo>
                  <a:cubicBezTo>
                    <a:pt x="489" y="13"/>
                    <a:pt x="489" y="13"/>
                    <a:pt x="489" y="13"/>
                  </a:cubicBezTo>
                  <a:cubicBezTo>
                    <a:pt x="482" y="13"/>
                    <a:pt x="482" y="13"/>
                    <a:pt x="482" y="13"/>
                  </a:cubicBezTo>
                  <a:cubicBezTo>
                    <a:pt x="482" y="14"/>
                    <a:pt x="482" y="15"/>
                    <a:pt x="481" y="16"/>
                  </a:cubicBezTo>
                  <a:lnTo>
                    <a:pt x="476" y="41"/>
                  </a:lnTo>
                  <a:close/>
                  <a:moveTo>
                    <a:pt x="505" y="41"/>
                  </a:moveTo>
                  <a:cubicBezTo>
                    <a:pt x="513" y="41"/>
                    <a:pt x="513" y="41"/>
                    <a:pt x="513" y="41"/>
                  </a:cubicBezTo>
                  <a:cubicBezTo>
                    <a:pt x="529" y="13"/>
                    <a:pt x="529" y="13"/>
                    <a:pt x="529" y="13"/>
                  </a:cubicBezTo>
                  <a:cubicBezTo>
                    <a:pt x="522" y="13"/>
                    <a:pt x="522" y="13"/>
                    <a:pt x="522" y="13"/>
                  </a:cubicBezTo>
                  <a:cubicBezTo>
                    <a:pt x="511" y="33"/>
                    <a:pt x="511" y="33"/>
                    <a:pt x="511" y="33"/>
                  </a:cubicBezTo>
                  <a:cubicBezTo>
                    <a:pt x="510" y="33"/>
                    <a:pt x="510" y="33"/>
                    <a:pt x="510" y="33"/>
                  </a:cubicBezTo>
                  <a:cubicBezTo>
                    <a:pt x="508" y="13"/>
                    <a:pt x="508" y="13"/>
                    <a:pt x="508" y="13"/>
                  </a:cubicBezTo>
                  <a:cubicBezTo>
                    <a:pt x="500" y="13"/>
                    <a:pt x="500" y="13"/>
                    <a:pt x="500" y="13"/>
                  </a:cubicBezTo>
                  <a:lnTo>
                    <a:pt x="505" y="41"/>
                  </a:lnTo>
                  <a:close/>
                  <a:moveTo>
                    <a:pt x="528" y="41"/>
                  </a:moveTo>
                  <a:cubicBezTo>
                    <a:pt x="535" y="41"/>
                    <a:pt x="535" y="41"/>
                    <a:pt x="535" y="41"/>
                  </a:cubicBezTo>
                  <a:cubicBezTo>
                    <a:pt x="541" y="13"/>
                    <a:pt x="541" y="13"/>
                    <a:pt x="541" y="13"/>
                  </a:cubicBezTo>
                  <a:cubicBezTo>
                    <a:pt x="534" y="13"/>
                    <a:pt x="534" y="13"/>
                    <a:pt x="534" y="13"/>
                  </a:cubicBezTo>
                  <a:lnTo>
                    <a:pt x="528" y="41"/>
                  </a:lnTo>
                  <a:close/>
                  <a:moveTo>
                    <a:pt x="535" y="8"/>
                  </a:moveTo>
                  <a:cubicBezTo>
                    <a:pt x="543" y="8"/>
                    <a:pt x="543" y="8"/>
                    <a:pt x="543" y="8"/>
                  </a:cubicBezTo>
                  <a:cubicBezTo>
                    <a:pt x="544" y="1"/>
                    <a:pt x="544" y="1"/>
                    <a:pt x="544" y="1"/>
                  </a:cubicBezTo>
                  <a:cubicBezTo>
                    <a:pt x="537" y="1"/>
                    <a:pt x="537" y="1"/>
                    <a:pt x="537" y="1"/>
                  </a:cubicBezTo>
                  <a:lnTo>
                    <a:pt x="535" y="8"/>
                  </a:lnTo>
                  <a:close/>
                  <a:moveTo>
                    <a:pt x="568" y="13"/>
                  </a:moveTo>
                  <a:cubicBezTo>
                    <a:pt x="567" y="13"/>
                    <a:pt x="566" y="13"/>
                    <a:pt x="565" y="12"/>
                  </a:cubicBezTo>
                  <a:cubicBezTo>
                    <a:pt x="564" y="12"/>
                    <a:pt x="562" y="12"/>
                    <a:pt x="561" y="12"/>
                  </a:cubicBezTo>
                  <a:cubicBezTo>
                    <a:pt x="559" y="12"/>
                    <a:pt x="556" y="12"/>
                    <a:pt x="554" y="13"/>
                  </a:cubicBezTo>
                  <a:cubicBezTo>
                    <a:pt x="552" y="14"/>
                    <a:pt x="550" y="15"/>
                    <a:pt x="549" y="17"/>
                  </a:cubicBezTo>
                  <a:cubicBezTo>
                    <a:pt x="547" y="19"/>
                    <a:pt x="546" y="20"/>
                    <a:pt x="546" y="23"/>
                  </a:cubicBezTo>
                  <a:cubicBezTo>
                    <a:pt x="545" y="25"/>
                    <a:pt x="544" y="27"/>
                    <a:pt x="544" y="29"/>
                  </a:cubicBezTo>
                  <a:cubicBezTo>
                    <a:pt x="544" y="32"/>
                    <a:pt x="545" y="34"/>
                    <a:pt x="546" y="36"/>
                  </a:cubicBezTo>
                  <a:cubicBezTo>
                    <a:pt x="547" y="38"/>
                    <a:pt x="548" y="39"/>
                    <a:pt x="550" y="40"/>
                  </a:cubicBezTo>
                  <a:cubicBezTo>
                    <a:pt x="552" y="41"/>
                    <a:pt x="554" y="42"/>
                    <a:pt x="556" y="42"/>
                  </a:cubicBezTo>
                  <a:cubicBezTo>
                    <a:pt x="558" y="42"/>
                    <a:pt x="559" y="41"/>
                    <a:pt x="560" y="41"/>
                  </a:cubicBezTo>
                  <a:cubicBezTo>
                    <a:pt x="561" y="41"/>
                    <a:pt x="562" y="41"/>
                    <a:pt x="563" y="40"/>
                  </a:cubicBezTo>
                  <a:cubicBezTo>
                    <a:pt x="564" y="34"/>
                    <a:pt x="564" y="34"/>
                    <a:pt x="564" y="34"/>
                  </a:cubicBezTo>
                  <a:cubicBezTo>
                    <a:pt x="564" y="35"/>
                    <a:pt x="563" y="35"/>
                    <a:pt x="562" y="35"/>
                  </a:cubicBezTo>
                  <a:cubicBezTo>
                    <a:pt x="562" y="35"/>
                    <a:pt x="561" y="36"/>
                    <a:pt x="560" y="36"/>
                  </a:cubicBezTo>
                  <a:cubicBezTo>
                    <a:pt x="560" y="36"/>
                    <a:pt x="559" y="36"/>
                    <a:pt x="558" y="36"/>
                  </a:cubicBezTo>
                  <a:cubicBezTo>
                    <a:pt x="557" y="36"/>
                    <a:pt x="556" y="36"/>
                    <a:pt x="555" y="35"/>
                  </a:cubicBezTo>
                  <a:cubicBezTo>
                    <a:pt x="554" y="35"/>
                    <a:pt x="554" y="34"/>
                    <a:pt x="553" y="34"/>
                  </a:cubicBezTo>
                  <a:cubicBezTo>
                    <a:pt x="553" y="33"/>
                    <a:pt x="553" y="32"/>
                    <a:pt x="552" y="31"/>
                  </a:cubicBezTo>
                  <a:cubicBezTo>
                    <a:pt x="552" y="30"/>
                    <a:pt x="552" y="29"/>
                    <a:pt x="552" y="29"/>
                  </a:cubicBezTo>
                  <a:cubicBezTo>
                    <a:pt x="552" y="27"/>
                    <a:pt x="552" y="26"/>
                    <a:pt x="553" y="25"/>
                  </a:cubicBezTo>
                  <a:cubicBezTo>
                    <a:pt x="553" y="23"/>
                    <a:pt x="554" y="22"/>
                    <a:pt x="554" y="21"/>
                  </a:cubicBezTo>
                  <a:cubicBezTo>
                    <a:pt x="555" y="20"/>
                    <a:pt x="556" y="19"/>
                    <a:pt x="557" y="19"/>
                  </a:cubicBezTo>
                  <a:cubicBezTo>
                    <a:pt x="558" y="18"/>
                    <a:pt x="560" y="18"/>
                    <a:pt x="561" y="18"/>
                  </a:cubicBezTo>
                  <a:cubicBezTo>
                    <a:pt x="562" y="18"/>
                    <a:pt x="563" y="18"/>
                    <a:pt x="564" y="18"/>
                  </a:cubicBezTo>
                  <a:cubicBezTo>
                    <a:pt x="565" y="18"/>
                    <a:pt x="566" y="19"/>
                    <a:pt x="567" y="19"/>
                  </a:cubicBezTo>
                  <a:lnTo>
                    <a:pt x="568" y="13"/>
                  </a:lnTo>
                  <a:close/>
                  <a:moveTo>
                    <a:pt x="595" y="29"/>
                  </a:moveTo>
                  <a:cubicBezTo>
                    <a:pt x="595" y="28"/>
                    <a:pt x="596" y="27"/>
                    <a:pt x="596" y="26"/>
                  </a:cubicBezTo>
                  <a:cubicBezTo>
                    <a:pt x="596" y="25"/>
                    <a:pt x="596" y="24"/>
                    <a:pt x="596" y="23"/>
                  </a:cubicBezTo>
                  <a:cubicBezTo>
                    <a:pt x="596" y="20"/>
                    <a:pt x="595" y="18"/>
                    <a:pt x="594" y="17"/>
                  </a:cubicBezTo>
                  <a:cubicBezTo>
                    <a:pt x="593" y="15"/>
                    <a:pt x="592" y="14"/>
                    <a:pt x="590" y="13"/>
                  </a:cubicBezTo>
                  <a:cubicBezTo>
                    <a:pt x="589" y="12"/>
                    <a:pt x="587" y="12"/>
                    <a:pt x="584" y="12"/>
                  </a:cubicBezTo>
                  <a:cubicBezTo>
                    <a:pt x="582" y="12"/>
                    <a:pt x="581" y="12"/>
                    <a:pt x="579" y="13"/>
                  </a:cubicBezTo>
                  <a:cubicBezTo>
                    <a:pt x="577" y="14"/>
                    <a:pt x="576" y="14"/>
                    <a:pt x="575" y="16"/>
                  </a:cubicBezTo>
                  <a:cubicBezTo>
                    <a:pt x="573" y="17"/>
                    <a:pt x="572" y="18"/>
                    <a:pt x="571" y="19"/>
                  </a:cubicBezTo>
                  <a:cubicBezTo>
                    <a:pt x="570" y="21"/>
                    <a:pt x="570" y="22"/>
                    <a:pt x="569" y="24"/>
                  </a:cubicBezTo>
                  <a:cubicBezTo>
                    <a:pt x="569" y="26"/>
                    <a:pt x="568" y="27"/>
                    <a:pt x="568" y="29"/>
                  </a:cubicBezTo>
                  <a:cubicBezTo>
                    <a:pt x="568" y="31"/>
                    <a:pt x="569" y="33"/>
                    <a:pt x="569" y="35"/>
                  </a:cubicBezTo>
                  <a:cubicBezTo>
                    <a:pt x="570" y="36"/>
                    <a:pt x="571" y="38"/>
                    <a:pt x="572" y="39"/>
                  </a:cubicBezTo>
                  <a:cubicBezTo>
                    <a:pt x="573" y="40"/>
                    <a:pt x="575" y="40"/>
                    <a:pt x="576" y="41"/>
                  </a:cubicBezTo>
                  <a:cubicBezTo>
                    <a:pt x="578" y="41"/>
                    <a:pt x="580" y="42"/>
                    <a:pt x="582" y="42"/>
                  </a:cubicBezTo>
                  <a:cubicBezTo>
                    <a:pt x="583" y="42"/>
                    <a:pt x="585" y="41"/>
                    <a:pt x="586" y="41"/>
                  </a:cubicBezTo>
                  <a:cubicBezTo>
                    <a:pt x="588" y="41"/>
                    <a:pt x="589" y="40"/>
                    <a:pt x="591" y="40"/>
                  </a:cubicBezTo>
                  <a:cubicBezTo>
                    <a:pt x="592" y="34"/>
                    <a:pt x="592" y="34"/>
                    <a:pt x="592" y="34"/>
                  </a:cubicBezTo>
                  <a:cubicBezTo>
                    <a:pt x="590" y="35"/>
                    <a:pt x="589" y="35"/>
                    <a:pt x="588" y="36"/>
                  </a:cubicBezTo>
                  <a:cubicBezTo>
                    <a:pt x="586" y="36"/>
                    <a:pt x="585" y="36"/>
                    <a:pt x="583" y="36"/>
                  </a:cubicBezTo>
                  <a:cubicBezTo>
                    <a:pt x="581" y="36"/>
                    <a:pt x="580" y="36"/>
                    <a:pt x="579" y="36"/>
                  </a:cubicBezTo>
                  <a:cubicBezTo>
                    <a:pt x="578" y="35"/>
                    <a:pt x="577" y="34"/>
                    <a:pt x="576" y="33"/>
                  </a:cubicBezTo>
                  <a:cubicBezTo>
                    <a:pt x="576" y="32"/>
                    <a:pt x="575" y="31"/>
                    <a:pt x="575" y="29"/>
                  </a:cubicBezTo>
                  <a:lnTo>
                    <a:pt x="595" y="29"/>
                  </a:lnTo>
                  <a:close/>
                  <a:moveTo>
                    <a:pt x="576" y="24"/>
                  </a:moveTo>
                  <a:cubicBezTo>
                    <a:pt x="577" y="23"/>
                    <a:pt x="577" y="22"/>
                    <a:pt x="578" y="21"/>
                  </a:cubicBezTo>
                  <a:cubicBezTo>
                    <a:pt x="579" y="20"/>
                    <a:pt x="579" y="19"/>
                    <a:pt x="580" y="18"/>
                  </a:cubicBezTo>
                  <a:cubicBezTo>
                    <a:pt x="581" y="18"/>
                    <a:pt x="583" y="17"/>
                    <a:pt x="584" y="17"/>
                  </a:cubicBezTo>
                  <a:cubicBezTo>
                    <a:pt x="586" y="17"/>
                    <a:pt x="587" y="18"/>
                    <a:pt x="588" y="19"/>
                  </a:cubicBezTo>
                  <a:cubicBezTo>
                    <a:pt x="588" y="19"/>
                    <a:pt x="589" y="21"/>
                    <a:pt x="589" y="22"/>
                  </a:cubicBezTo>
                  <a:cubicBezTo>
                    <a:pt x="589" y="22"/>
                    <a:pt x="589" y="23"/>
                    <a:pt x="589" y="23"/>
                  </a:cubicBezTo>
                  <a:cubicBezTo>
                    <a:pt x="589" y="23"/>
                    <a:pt x="589" y="24"/>
                    <a:pt x="589" y="24"/>
                  </a:cubicBezTo>
                  <a:lnTo>
                    <a:pt x="576" y="24"/>
                  </a:lnTo>
                  <a:close/>
                  <a:moveTo>
                    <a:pt x="621" y="13"/>
                  </a:moveTo>
                  <a:cubicBezTo>
                    <a:pt x="620" y="13"/>
                    <a:pt x="619" y="13"/>
                    <a:pt x="617" y="12"/>
                  </a:cubicBezTo>
                  <a:cubicBezTo>
                    <a:pt x="616" y="12"/>
                    <a:pt x="615" y="12"/>
                    <a:pt x="613" y="12"/>
                  </a:cubicBezTo>
                  <a:cubicBezTo>
                    <a:pt x="612" y="12"/>
                    <a:pt x="611" y="12"/>
                    <a:pt x="610" y="12"/>
                  </a:cubicBezTo>
                  <a:cubicBezTo>
                    <a:pt x="609" y="13"/>
                    <a:pt x="607" y="13"/>
                    <a:pt x="606" y="13"/>
                  </a:cubicBezTo>
                  <a:cubicBezTo>
                    <a:pt x="605" y="14"/>
                    <a:pt x="604" y="14"/>
                    <a:pt x="604" y="15"/>
                  </a:cubicBezTo>
                  <a:cubicBezTo>
                    <a:pt x="603" y="16"/>
                    <a:pt x="602" y="17"/>
                    <a:pt x="602" y="18"/>
                  </a:cubicBezTo>
                  <a:cubicBezTo>
                    <a:pt x="601" y="19"/>
                    <a:pt x="601" y="20"/>
                    <a:pt x="601" y="21"/>
                  </a:cubicBezTo>
                  <a:cubicBezTo>
                    <a:pt x="601" y="22"/>
                    <a:pt x="601" y="23"/>
                    <a:pt x="602" y="24"/>
                  </a:cubicBezTo>
                  <a:cubicBezTo>
                    <a:pt x="602" y="25"/>
                    <a:pt x="603" y="26"/>
                    <a:pt x="603" y="26"/>
                  </a:cubicBezTo>
                  <a:cubicBezTo>
                    <a:pt x="604" y="27"/>
                    <a:pt x="605" y="27"/>
                    <a:pt x="606" y="28"/>
                  </a:cubicBezTo>
                  <a:cubicBezTo>
                    <a:pt x="607" y="29"/>
                    <a:pt x="607" y="29"/>
                    <a:pt x="608" y="29"/>
                  </a:cubicBezTo>
                  <a:cubicBezTo>
                    <a:pt x="609" y="30"/>
                    <a:pt x="609" y="31"/>
                    <a:pt x="610" y="31"/>
                  </a:cubicBezTo>
                  <a:cubicBezTo>
                    <a:pt x="610" y="32"/>
                    <a:pt x="610" y="32"/>
                    <a:pt x="610" y="33"/>
                  </a:cubicBezTo>
                  <a:cubicBezTo>
                    <a:pt x="610" y="34"/>
                    <a:pt x="610" y="34"/>
                    <a:pt x="610" y="35"/>
                  </a:cubicBezTo>
                  <a:cubicBezTo>
                    <a:pt x="610" y="35"/>
                    <a:pt x="609" y="35"/>
                    <a:pt x="609" y="36"/>
                  </a:cubicBezTo>
                  <a:cubicBezTo>
                    <a:pt x="608" y="36"/>
                    <a:pt x="608" y="36"/>
                    <a:pt x="607" y="36"/>
                  </a:cubicBezTo>
                  <a:cubicBezTo>
                    <a:pt x="607" y="36"/>
                    <a:pt x="606" y="36"/>
                    <a:pt x="605" y="36"/>
                  </a:cubicBezTo>
                  <a:cubicBezTo>
                    <a:pt x="605" y="36"/>
                    <a:pt x="604" y="36"/>
                    <a:pt x="603" y="36"/>
                  </a:cubicBezTo>
                  <a:cubicBezTo>
                    <a:pt x="602" y="36"/>
                    <a:pt x="601" y="35"/>
                    <a:pt x="601" y="35"/>
                  </a:cubicBezTo>
                  <a:cubicBezTo>
                    <a:pt x="600" y="35"/>
                    <a:pt x="599" y="34"/>
                    <a:pt x="598" y="34"/>
                  </a:cubicBezTo>
                  <a:cubicBezTo>
                    <a:pt x="597" y="40"/>
                    <a:pt x="597" y="40"/>
                    <a:pt x="597" y="40"/>
                  </a:cubicBezTo>
                  <a:cubicBezTo>
                    <a:pt x="598" y="40"/>
                    <a:pt x="600" y="41"/>
                    <a:pt x="601" y="41"/>
                  </a:cubicBezTo>
                  <a:cubicBezTo>
                    <a:pt x="603" y="41"/>
                    <a:pt x="604" y="42"/>
                    <a:pt x="605" y="42"/>
                  </a:cubicBezTo>
                  <a:cubicBezTo>
                    <a:pt x="607" y="42"/>
                    <a:pt x="608" y="41"/>
                    <a:pt x="609" y="41"/>
                  </a:cubicBezTo>
                  <a:cubicBezTo>
                    <a:pt x="610" y="41"/>
                    <a:pt x="612" y="41"/>
                    <a:pt x="613" y="40"/>
                  </a:cubicBezTo>
                  <a:cubicBezTo>
                    <a:pt x="614" y="40"/>
                    <a:pt x="615" y="39"/>
                    <a:pt x="616" y="39"/>
                  </a:cubicBezTo>
                  <a:cubicBezTo>
                    <a:pt x="616" y="38"/>
                    <a:pt x="617" y="37"/>
                    <a:pt x="617" y="36"/>
                  </a:cubicBezTo>
                  <a:cubicBezTo>
                    <a:pt x="618" y="35"/>
                    <a:pt x="618" y="33"/>
                    <a:pt x="618" y="32"/>
                  </a:cubicBezTo>
                  <a:cubicBezTo>
                    <a:pt x="618" y="31"/>
                    <a:pt x="618" y="30"/>
                    <a:pt x="617" y="29"/>
                  </a:cubicBezTo>
                  <a:cubicBezTo>
                    <a:pt x="617" y="28"/>
                    <a:pt x="616" y="27"/>
                    <a:pt x="616" y="27"/>
                  </a:cubicBezTo>
                  <a:cubicBezTo>
                    <a:pt x="615" y="26"/>
                    <a:pt x="614" y="25"/>
                    <a:pt x="613" y="25"/>
                  </a:cubicBezTo>
                  <a:cubicBezTo>
                    <a:pt x="613" y="24"/>
                    <a:pt x="612" y="24"/>
                    <a:pt x="611" y="23"/>
                  </a:cubicBezTo>
                  <a:cubicBezTo>
                    <a:pt x="610" y="23"/>
                    <a:pt x="610" y="22"/>
                    <a:pt x="609" y="22"/>
                  </a:cubicBezTo>
                  <a:cubicBezTo>
                    <a:pt x="609" y="21"/>
                    <a:pt x="609" y="21"/>
                    <a:pt x="609" y="20"/>
                  </a:cubicBezTo>
                  <a:cubicBezTo>
                    <a:pt x="609" y="20"/>
                    <a:pt x="609" y="19"/>
                    <a:pt x="609" y="19"/>
                  </a:cubicBezTo>
                  <a:cubicBezTo>
                    <a:pt x="609" y="18"/>
                    <a:pt x="610" y="18"/>
                    <a:pt x="610" y="18"/>
                  </a:cubicBezTo>
                  <a:cubicBezTo>
                    <a:pt x="611" y="18"/>
                    <a:pt x="611" y="18"/>
                    <a:pt x="612" y="18"/>
                  </a:cubicBezTo>
                  <a:cubicBezTo>
                    <a:pt x="612" y="17"/>
                    <a:pt x="613" y="17"/>
                    <a:pt x="614" y="17"/>
                  </a:cubicBezTo>
                  <a:cubicBezTo>
                    <a:pt x="615" y="17"/>
                    <a:pt x="616" y="18"/>
                    <a:pt x="617" y="18"/>
                  </a:cubicBezTo>
                  <a:cubicBezTo>
                    <a:pt x="618" y="18"/>
                    <a:pt x="619" y="18"/>
                    <a:pt x="620" y="19"/>
                  </a:cubicBezTo>
                  <a:lnTo>
                    <a:pt x="621" y="1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2400"/>
            </a:p>
          </p:txBody>
        </p:sp>
      </p:grpSp>
      <p:sp>
        <p:nvSpPr>
          <p:cNvPr id="23" name="Text Placeholder 1030"/>
          <p:cNvSpPr>
            <a:spLocks noGrp="1"/>
          </p:cNvSpPr>
          <p:nvPr userDrawn="1">
            <p:ph type="body" sz="quarter" idx="10" hasCustomPrompt="1"/>
          </p:nvPr>
        </p:nvSpPr>
        <p:spPr bwMode="gray">
          <a:xfrm>
            <a:off x="399133" y="4646313"/>
            <a:ext cx="4858623" cy="463576"/>
          </a:xfrm>
          <a:prstGeom prst="rect">
            <a:avLst/>
          </a:prstGeom>
        </p:spPr>
        <p:txBody>
          <a:bodyPr anchor="ctr"/>
          <a:lstStyle>
            <a:lvl1pPr marL="0" indent="0">
              <a:buNone/>
              <a:defRPr sz="2400"/>
            </a:lvl1pPr>
            <a:lvl2pPr marL="457177" indent="0">
              <a:buNone/>
              <a:defRPr/>
            </a:lvl2pPr>
            <a:lvl3pPr marL="914353" indent="0">
              <a:buNone/>
              <a:defRPr/>
            </a:lvl3pPr>
            <a:lvl4pPr marL="1371531" indent="0">
              <a:buNone/>
              <a:defRPr/>
            </a:lvl4pPr>
            <a:lvl5pPr marL="1828709" indent="0">
              <a:buNone/>
              <a:defRPr/>
            </a:lvl5pPr>
          </a:lstStyle>
          <a:p>
            <a:pPr lvl="0"/>
            <a:r>
              <a:rPr lang="en-US" dirty="0"/>
              <a:t>Name</a:t>
            </a:r>
            <a:endParaRPr lang="en-IN" dirty="0"/>
          </a:p>
        </p:txBody>
      </p:sp>
      <p:sp>
        <p:nvSpPr>
          <p:cNvPr id="24" name="Text Placeholder 1030"/>
          <p:cNvSpPr>
            <a:spLocks noGrp="1"/>
          </p:cNvSpPr>
          <p:nvPr userDrawn="1">
            <p:ph type="body" sz="quarter" idx="11" hasCustomPrompt="1"/>
          </p:nvPr>
        </p:nvSpPr>
        <p:spPr bwMode="gray">
          <a:xfrm>
            <a:off x="399133" y="5252919"/>
            <a:ext cx="4858623" cy="463576"/>
          </a:xfrm>
          <a:prstGeom prst="rect">
            <a:avLst/>
          </a:prstGeom>
        </p:spPr>
        <p:txBody>
          <a:bodyPr anchor="ctr">
            <a:normAutofit/>
          </a:bodyPr>
          <a:lstStyle>
            <a:lvl1pPr marL="0" indent="0">
              <a:buNone/>
              <a:defRPr sz="2400"/>
            </a:lvl1pPr>
            <a:lvl2pPr marL="457177" indent="0">
              <a:buNone/>
              <a:defRPr/>
            </a:lvl2pPr>
            <a:lvl3pPr marL="914353" indent="0">
              <a:buNone/>
              <a:defRPr/>
            </a:lvl3pPr>
            <a:lvl4pPr marL="1371531" indent="0">
              <a:buNone/>
              <a:defRPr/>
            </a:lvl4pPr>
            <a:lvl5pPr marL="1828709" indent="0">
              <a:buNone/>
              <a:defRPr/>
            </a:lvl5pPr>
          </a:lstStyle>
          <a:p>
            <a:pPr lvl="0"/>
            <a:r>
              <a:rPr lang="en-US" dirty="0"/>
              <a:t>Designation </a:t>
            </a:r>
            <a:endParaRPr lang="en-IN" dirty="0"/>
          </a:p>
        </p:txBody>
      </p:sp>
      <p:sp>
        <p:nvSpPr>
          <p:cNvPr id="26" name="Parallelogram 25"/>
          <p:cNvSpPr/>
          <p:nvPr userDrawn="1"/>
        </p:nvSpPr>
        <p:spPr bwMode="gray">
          <a:xfrm>
            <a:off x="5756786" y="3518"/>
            <a:ext cx="6435213" cy="6553269"/>
          </a:xfrm>
          <a:custGeom>
            <a:avLst/>
            <a:gdLst/>
            <a:ahLst/>
            <a:cxnLst/>
            <a:rect l="l" t="t" r="r" b="b"/>
            <a:pathLst>
              <a:path w="5048250" h="5140862">
                <a:moveTo>
                  <a:pt x="3013830" y="0"/>
                </a:moveTo>
                <a:lnTo>
                  <a:pt x="5048250" y="0"/>
                </a:lnTo>
                <a:lnTo>
                  <a:pt x="5048250" y="5140862"/>
                </a:lnTo>
                <a:lnTo>
                  <a:pt x="0" y="5140862"/>
                </a:lnTo>
                <a:close/>
              </a:path>
            </a:pathLst>
          </a:custGeom>
          <a:solidFill>
            <a:srgbClr val="0077BD"/>
          </a:solidFill>
          <a:ln>
            <a:noFill/>
          </a:ln>
        </p:spPr>
        <p:txBody>
          <a:bodyPr vert="horz" wrap="square" lIns="121920" tIns="60960" rIns="121920" bIns="60960" numCol="1" anchor="t" anchorCtr="0" compatLnSpc="1">
            <a:prstTxWarp prst="textNoShape">
              <a:avLst/>
            </a:prstTxWarp>
          </a:bodyPr>
          <a:lstStyle/>
          <a:p>
            <a:pPr lvl="0"/>
            <a:endParaRPr lang="en-IN" sz="2400">
              <a:solidFill>
                <a:schemeClr val="tx1"/>
              </a:solidFill>
            </a:endParaRPr>
          </a:p>
        </p:txBody>
      </p:sp>
      <p:sp>
        <p:nvSpPr>
          <p:cNvPr id="28" name="Picture Placeholder 3"/>
          <p:cNvSpPr>
            <a:spLocks noGrp="1"/>
          </p:cNvSpPr>
          <p:nvPr userDrawn="1">
            <p:ph type="pic" sz="quarter" idx="14" hasCustomPrompt="1"/>
          </p:nvPr>
        </p:nvSpPr>
        <p:spPr bwMode="gray">
          <a:xfrm>
            <a:off x="5839351" y="-1"/>
            <a:ext cx="6352651" cy="6556788"/>
          </a:xfrm>
          <a:custGeom>
            <a:avLst/>
            <a:gdLst/>
            <a:ahLst/>
            <a:cxnLst/>
            <a:rect l="l" t="t" r="r" b="b"/>
            <a:pathLst>
              <a:path w="5052943" h="5125139">
                <a:moveTo>
                  <a:pt x="3057525" y="0"/>
                </a:moveTo>
                <a:lnTo>
                  <a:pt x="5048250" y="0"/>
                </a:lnTo>
                <a:lnTo>
                  <a:pt x="5048250" y="1"/>
                </a:lnTo>
                <a:lnTo>
                  <a:pt x="5048250" y="3152775"/>
                </a:lnTo>
                <a:lnTo>
                  <a:pt x="5052943" y="3152775"/>
                </a:lnTo>
                <a:lnTo>
                  <a:pt x="5052943" y="5125138"/>
                </a:lnTo>
                <a:lnTo>
                  <a:pt x="5048250" y="5125138"/>
                </a:lnTo>
                <a:lnTo>
                  <a:pt x="3057525" y="5125138"/>
                </a:lnTo>
                <a:lnTo>
                  <a:pt x="2052619" y="5125138"/>
                </a:lnTo>
                <a:lnTo>
                  <a:pt x="2052618" y="5125139"/>
                </a:lnTo>
                <a:lnTo>
                  <a:pt x="0" y="5125139"/>
                </a:lnTo>
                <a:lnTo>
                  <a:pt x="2995632" y="1"/>
                </a:lnTo>
                <a:lnTo>
                  <a:pt x="3057525" y="1"/>
                </a:lnTo>
                <a:close/>
              </a:path>
            </a:pathLst>
          </a:custGeom>
          <a:solidFill>
            <a:schemeClr val="bg1">
              <a:lumMod val="85000"/>
            </a:schemeClr>
          </a:solidFill>
        </p:spPr>
        <p:txBody>
          <a:bodyPr lIns="0" tIns="0" rIns="648000" bIns="0" anchor="ctr">
            <a:noAutofit/>
          </a:bodyPr>
          <a:lstStyle>
            <a:lvl1pPr marL="0" indent="0" algn="r">
              <a:buFont typeface="Arial" panose="020B0604020202020204" pitchFamily="34" charset="0"/>
              <a:buNone/>
              <a:defRPr lang="en-IN" sz="1600" i="1" dirty="0"/>
            </a:lvl1pPr>
          </a:lstStyle>
          <a:p>
            <a:r>
              <a:rPr lang="en-IN" dirty="0"/>
              <a:t>Click icon to add image</a:t>
            </a:r>
          </a:p>
        </p:txBody>
      </p:sp>
      <p:sp>
        <p:nvSpPr>
          <p:cNvPr id="123" name="TextBox 122"/>
          <p:cNvSpPr txBox="1"/>
          <p:nvPr userDrawn="1"/>
        </p:nvSpPr>
        <p:spPr bwMode="gray">
          <a:xfrm>
            <a:off x="3974166" y="6581380"/>
            <a:ext cx="4273668" cy="276997"/>
          </a:xfrm>
          <a:prstGeom prst="rect">
            <a:avLst/>
          </a:prstGeom>
          <a:noFill/>
        </p:spPr>
        <p:txBody>
          <a:bodyPr wrap="none" lIns="91439" tIns="45719" rIns="91439" bIns="45719" rtlCol="0">
            <a:spAutoFit/>
          </a:bodyPr>
          <a:lstStyle/>
          <a:p>
            <a:pPr algn="ctr" defTabSz="1219108">
              <a:defRPr/>
            </a:pPr>
            <a:r>
              <a:rPr lang="en-US" sz="1200" dirty="0">
                <a:solidFill>
                  <a:schemeClr val="tx1">
                    <a:lumMod val="75000"/>
                    <a:lumOff val="25000"/>
                  </a:schemeClr>
                </a:solidFill>
                <a:latin typeface="+mn-lt"/>
              </a:rPr>
              <a:t>Restricted Circulation | L&amp;T Technology Services | www.LTTS.com</a:t>
            </a:r>
          </a:p>
        </p:txBody>
      </p:sp>
    </p:spTree>
    <p:extLst>
      <p:ext uri="{BB962C8B-B14F-4D97-AF65-F5344CB8AC3E}">
        <p14:creationId xmlns:p14="http://schemas.microsoft.com/office/powerpoint/2010/main" val="4627397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Agenda with Image Background">
    <p:spTree>
      <p:nvGrpSpPr>
        <p:cNvPr id="1" name=""/>
        <p:cNvGrpSpPr/>
        <p:nvPr/>
      </p:nvGrpSpPr>
      <p:grpSpPr>
        <a:xfrm>
          <a:off x="0" y="0"/>
          <a:ext cx="0" cy="0"/>
          <a:chOff x="0" y="0"/>
          <a:chExt cx="0" cy="0"/>
        </a:xfrm>
      </p:grpSpPr>
      <p:sp>
        <p:nvSpPr>
          <p:cNvPr id="4" name="Picture Placeholder 3"/>
          <p:cNvSpPr>
            <a:spLocks noGrp="1"/>
          </p:cNvSpPr>
          <p:nvPr>
            <p:ph type="pic" sz="quarter" idx="10" hasCustomPrompt="1"/>
          </p:nvPr>
        </p:nvSpPr>
        <p:spPr>
          <a:xfrm>
            <a:off x="0" y="836713"/>
            <a:ext cx="12192000" cy="5744667"/>
          </a:xfrm>
          <a:solidFill>
            <a:schemeClr val="bg1">
              <a:lumMod val="85000"/>
            </a:schemeClr>
          </a:solidFill>
        </p:spPr>
        <p:txBody>
          <a:bodyPr lIns="0" tIns="0" rIns="0" bIns="0" anchor="ctr">
            <a:noAutofit/>
          </a:bodyPr>
          <a:lstStyle>
            <a:lvl1pPr marL="0" indent="0" algn="ctr">
              <a:buFont typeface="Arial" panose="020B0604020202020204" pitchFamily="34" charset="0"/>
              <a:buNone/>
              <a:defRPr lang="en-IN" sz="1867" i="1" dirty="0"/>
            </a:lvl1pPr>
          </a:lstStyle>
          <a:p>
            <a:r>
              <a:rPr lang="en-IN" dirty="0"/>
              <a:t>Click icon to add image</a:t>
            </a:r>
          </a:p>
        </p:txBody>
      </p:sp>
      <p:sp>
        <p:nvSpPr>
          <p:cNvPr id="6" name="Title 1"/>
          <p:cNvSpPr>
            <a:spLocks noGrp="1"/>
          </p:cNvSpPr>
          <p:nvPr>
            <p:ph type="title" hasCustomPrompt="1"/>
          </p:nvPr>
        </p:nvSpPr>
        <p:spPr>
          <a:xfrm>
            <a:off x="406400" y="1"/>
            <a:ext cx="11379200" cy="673820"/>
          </a:xfrm>
          <a:prstGeom prst="rect">
            <a:avLst/>
          </a:prstGeom>
        </p:spPr>
        <p:txBody>
          <a:bodyPr anchor="b">
            <a:normAutofit/>
          </a:bodyPr>
          <a:lstStyle>
            <a:lvl1pPr>
              <a:defRPr sz="3200" baseline="0">
                <a:latin typeface="Calibri" charset="0"/>
                <a:ea typeface="Calibri" charset="0"/>
                <a:cs typeface="Calibri" charset="0"/>
              </a:defRPr>
            </a:lvl1pPr>
          </a:lstStyle>
          <a:p>
            <a:r>
              <a:rPr lang="en-US" dirty="0"/>
              <a:t>Agenda with Image Background</a:t>
            </a:r>
          </a:p>
        </p:txBody>
      </p:sp>
      <p:grpSp>
        <p:nvGrpSpPr>
          <p:cNvPr id="2" name="Group 1"/>
          <p:cNvGrpSpPr/>
          <p:nvPr userDrawn="1"/>
        </p:nvGrpSpPr>
        <p:grpSpPr>
          <a:xfrm>
            <a:off x="333331" y="633676"/>
            <a:ext cx="11525339" cy="144093"/>
            <a:chOff x="249998" y="488319"/>
            <a:chExt cx="8644004" cy="108070"/>
          </a:xfrm>
        </p:grpSpPr>
        <p:sp>
          <p:nvSpPr>
            <p:cNvPr id="18" name="Parallelogram 2"/>
            <p:cNvSpPr/>
            <p:nvPr/>
          </p:nvSpPr>
          <p:spPr>
            <a:xfrm>
              <a:off x="249998" y="488320"/>
              <a:ext cx="8585221" cy="108069"/>
            </a:xfrm>
            <a:custGeom>
              <a:avLst/>
              <a:gdLst/>
              <a:ahLst/>
              <a:cxnLst/>
              <a:rect l="l" t="t" r="r" b="b"/>
              <a:pathLst>
                <a:path w="8585221" h="108069">
                  <a:moveTo>
                    <a:pt x="48252" y="0"/>
                  </a:moveTo>
                  <a:lnTo>
                    <a:pt x="79398" y="0"/>
                  </a:lnTo>
                  <a:lnTo>
                    <a:pt x="48099" y="42519"/>
                  </a:lnTo>
                  <a:lnTo>
                    <a:pt x="8554075" y="42519"/>
                  </a:lnTo>
                  <a:lnTo>
                    <a:pt x="8566173" y="42519"/>
                  </a:lnTo>
                  <a:lnTo>
                    <a:pt x="8585221" y="42519"/>
                  </a:lnTo>
                  <a:lnTo>
                    <a:pt x="8536969" y="108069"/>
                  </a:lnTo>
                  <a:lnTo>
                    <a:pt x="8505823" y="108069"/>
                  </a:lnTo>
                  <a:lnTo>
                    <a:pt x="8537122" y="65550"/>
                  </a:lnTo>
                  <a:lnTo>
                    <a:pt x="31146" y="65550"/>
                  </a:lnTo>
                  <a:lnTo>
                    <a:pt x="22248" y="65550"/>
                  </a:lnTo>
                  <a:lnTo>
                    <a:pt x="0" y="65550"/>
                  </a:lnTo>
                  <a:close/>
                </a:path>
              </a:pathLst>
            </a:custGeom>
            <a:gradFill flip="none" rotWithShape="1">
              <a:gsLst>
                <a:gs pos="0">
                  <a:srgbClr val="FFC000"/>
                </a:gs>
                <a:gs pos="100000">
                  <a:srgbClr val="4A66AC"/>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sp>
          <p:nvSpPr>
            <p:cNvPr id="19" name="Parallelogram 2"/>
            <p:cNvSpPr/>
            <p:nvPr/>
          </p:nvSpPr>
          <p:spPr>
            <a:xfrm rot="10800000" flipH="1" flipV="1">
              <a:off x="308781" y="488319"/>
              <a:ext cx="8585221" cy="108069"/>
            </a:xfrm>
            <a:custGeom>
              <a:avLst/>
              <a:gdLst/>
              <a:ahLst/>
              <a:cxnLst/>
              <a:rect l="l" t="t" r="r" b="b"/>
              <a:pathLst>
                <a:path w="8585221" h="108069">
                  <a:moveTo>
                    <a:pt x="48252" y="0"/>
                  </a:moveTo>
                  <a:lnTo>
                    <a:pt x="79398" y="0"/>
                  </a:lnTo>
                  <a:lnTo>
                    <a:pt x="48099" y="42519"/>
                  </a:lnTo>
                  <a:lnTo>
                    <a:pt x="8554075" y="42519"/>
                  </a:lnTo>
                  <a:lnTo>
                    <a:pt x="8566173" y="42519"/>
                  </a:lnTo>
                  <a:lnTo>
                    <a:pt x="8585221" y="42519"/>
                  </a:lnTo>
                  <a:lnTo>
                    <a:pt x="8536969" y="108069"/>
                  </a:lnTo>
                  <a:lnTo>
                    <a:pt x="8505823" y="108069"/>
                  </a:lnTo>
                  <a:lnTo>
                    <a:pt x="8537122" y="65550"/>
                  </a:lnTo>
                  <a:lnTo>
                    <a:pt x="31146" y="65550"/>
                  </a:lnTo>
                  <a:lnTo>
                    <a:pt x="22248" y="65550"/>
                  </a:lnTo>
                  <a:lnTo>
                    <a:pt x="0" y="65550"/>
                  </a:lnTo>
                  <a:close/>
                </a:path>
              </a:pathLst>
            </a:custGeom>
            <a:gradFill flip="none" rotWithShape="1">
              <a:gsLst>
                <a:gs pos="0">
                  <a:srgbClr val="FFC000"/>
                </a:gs>
                <a:gs pos="100000">
                  <a:srgbClr val="4A66AC"/>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grpSp>
      <p:sp>
        <p:nvSpPr>
          <p:cNvPr id="21" name="Text Placeholder 7"/>
          <p:cNvSpPr>
            <a:spLocks noGrp="1"/>
          </p:cNvSpPr>
          <p:nvPr>
            <p:ph type="body" sz="quarter" idx="12" hasCustomPrompt="1"/>
          </p:nvPr>
        </p:nvSpPr>
        <p:spPr>
          <a:xfrm>
            <a:off x="911424" y="1220755"/>
            <a:ext cx="4704523" cy="384043"/>
          </a:xfrm>
          <a:prstGeom prst="parallelogram">
            <a:avLst/>
          </a:prstGeom>
          <a:solidFill>
            <a:srgbClr val="1F1A17">
              <a:alpha val="69804"/>
            </a:srgbClr>
          </a:solidFill>
        </p:spPr>
        <p:txBody>
          <a:bodyPr lIns="36000" tIns="72000" rIns="36000" bIns="36000" anchor="ctr">
            <a:noAutofit/>
          </a:bodyPr>
          <a:lstStyle>
            <a:lvl1pPr marL="0" indent="0">
              <a:buNone/>
              <a:defRPr sz="2133" b="0" i="0">
                <a:solidFill>
                  <a:schemeClr val="bg1"/>
                </a:solidFill>
              </a:defRPr>
            </a:lvl1pPr>
          </a:lstStyle>
          <a:p>
            <a:pPr lvl="0"/>
            <a:r>
              <a:rPr lang="en-IN" dirty="0"/>
              <a:t>Agenda</a:t>
            </a:r>
          </a:p>
        </p:txBody>
      </p:sp>
      <p:sp>
        <p:nvSpPr>
          <p:cNvPr id="22" name="Text Placeholder 7"/>
          <p:cNvSpPr>
            <a:spLocks noGrp="1"/>
          </p:cNvSpPr>
          <p:nvPr>
            <p:ph type="body" sz="quarter" idx="13" hasCustomPrompt="1"/>
          </p:nvPr>
        </p:nvSpPr>
        <p:spPr>
          <a:xfrm>
            <a:off x="911424" y="1879113"/>
            <a:ext cx="4704523" cy="384043"/>
          </a:xfrm>
          <a:prstGeom prst="parallelogram">
            <a:avLst/>
          </a:prstGeom>
          <a:solidFill>
            <a:srgbClr val="1F1A17">
              <a:alpha val="69804"/>
            </a:srgbClr>
          </a:solidFill>
        </p:spPr>
        <p:txBody>
          <a:bodyPr lIns="36000" tIns="72000" rIns="36000" bIns="36000" anchor="ctr">
            <a:noAutofit/>
          </a:bodyPr>
          <a:lstStyle>
            <a:lvl1pPr marL="0" indent="0">
              <a:buNone/>
              <a:defRPr sz="2133" b="0" i="0">
                <a:solidFill>
                  <a:schemeClr val="bg1"/>
                </a:solidFill>
              </a:defRPr>
            </a:lvl1pPr>
          </a:lstStyle>
          <a:p>
            <a:pPr lvl="0"/>
            <a:r>
              <a:rPr lang="en-IN" dirty="0"/>
              <a:t>Agenda</a:t>
            </a:r>
          </a:p>
        </p:txBody>
      </p:sp>
      <p:sp>
        <p:nvSpPr>
          <p:cNvPr id="23" name="Text Placeholder 7"/>
          <p:cNvSpPr>
            <a:spLocks noGrp="1"/>
          </p:cNvSpPr>
          <p:nvPr>
            <p:ph type="body" sz="quarter" idx="14" hasCustomPrompt="1"/>
          </p:nvPr>
        </p:nvSpPr>
        <p:spPr>
          <a:xfrm>
            <a:off x="911424" y="2537472"/>
            <a:ext cx="4704523" cy="384043"/>
          </a:xfrm>
          <a:prstGeom prst="parallelogram">
            <a:avLst/>
          </a:prstGeom>
          <a:solidFill>
            <a:srgbClr val="1F1A17">
              <a:alpha val="69804"/>
            </a:srgbClr>
          </a:solidFill>
        </p:spPr>
        <p:txBody>
          <a:bodyPr lIns="36000" tIns="72000" rIns="36000" bIns="36000" anchor="ctr">
            <a:noAutofit/>
          </a:bodyPr>
          <a:lstStyle>
            <a:lvl1pPr marL="0" indent="0">
              <a:buNone/>
              <a:defRPr sz="2133" b="0" i="0">
                <a:solidFill>
                  <a:schemeClr val="bg1"/>
                </a:solidFill>
              </a:defRPr>
            </a:lvl1pPr>
          </a:lstStyle>
          <a:p>
            <a:pPr lvl="0"/>
            <a:r>
              <a:rPr lang="en-IN" dirty="0"/>
              <a:t>Agenda</a:t>
            </a:r>
          </a:p>
        </p:txBody>
      </p:sp>
      <p:sp>
        <p:nvSpPr>
          <p:cNvPr id="24" name="Text Placeholder 7"/>
          <p:cNvSpPr>
            <a:spLocks noGrp="1"/>
          </p:cNvSpPr>
          <p:nvPr>
            <p:ph type="body" sz="quarter" idx="15" hasCustomPrompt="1"/>
          </p:nvPr>
        </p:nvSpPr>
        <p:spPr>
          <a:xfrm>
            <a:off x="911424" y="3195831"/>
            <a:ext cx="4704523" cy="384043"/>
          </a:xfrm>
          <a:prstGeom prst="parallelogram">
            <a:avLst/>
          </a:prstGeom>
          <a:solidFill>
            <a:srgbClr val="1F1A17">
              <a:alpha val="69804"/>
            </a:srgbClr>
          </a:solidFill>
        </p:spPr>
        <p:txBody>
          <a:bodyPr lIns="36000" tIns="72000" rIns="36000" bIns="36000" anchor="ctr">
            <a:noAutofit/>
          </a:bodyPr>
          <a:lstStyle>
            <a:lvl1pPr marL="0" indent="0">
              <a:buNone/>
              <a:defRPr sz="2133" b="0" i="0">
                <a:solidFill>
                  <a:schemeClr val="bg1"/>
                </a:solidFill>
              </a:defRPr>
            </a:lvl1pPr>
          </a:lstStyle>
          <a:p>
            <a:pPr lvl="0"/>
            <a:r>
              <a:rPr lang="en-IN" dirty="0"/>
              <a:t>Agenda</a:t>
            </a:r>
          </a:p>
        </p:txBody>
      </p:sp>
      <p:sp>
        <p:nvSpPr>
          <p:cNvPr id="25" name="Text Placeholder 7"/>
          <p:cNvSpPr>
            <a:spLocks noGrp="1"/>
          </p:cNvSpPr>
          <p:nvPr>
            <p:ph type="body" sz="quarter" idx="16" hasCustomPrompt="1"/>
          </p:nvPr>
        </p:nvSpPr>
        <p:spPr>
          <a:xfrm>
            <a:off x="911424" y="3854189"/>
            <a:ext cx="4704523" cy="384043"/>
          </a:xfrm>
          <a:prstGeom prst="parallelogram">
            <a:avLst/>
          </a:prstGeom>
          <a:solidFill>
            <a:srgbClr val="1F1A17">
              <a:alpha val="69804"/>
            </a:srgbClr>
          </a:solidFill>
        </p:spPr>
        <p:txBody>
          <a:bodyPr lIns="36000" tIns="72000" rIns="36000" bIns="36000" anchor="ctr">
            <a:noAutofit/>
          </a:bodyPr>
          <a:lstStyle>
            <a:lvl1pPr marL="0" indent="0">
              <a:buNone/>
              <a:defRPr sz="2133" b="0" i="0">
                <a:solidFill>
                  <a:schemeClr val="bg1"/>
                </a:solidFill>
              </a:defRPr>
            </a:lvl1pPr>
          </a:lstStyle>
          <a:p>
            <a:pPr lvl="0"/>
            <a:r>
              <a:rPr lang="en-IN" dirty="0"/>
              <a:t>Agenda</a:t>
            </a:r>
          </a:p>
        </p:txBody>
      </p:sp>
      <p:sp>
        <p:nvSpPr>
          <p:cNvPr id="26" name="Text Placeholder 7"/>
          <p:cNvSpPr>
            <a:spLocks noGrp="1"/>
          </p:cNvSpPr>
          <p:nvPr>
            <p:ph type="body" sz="quarter" idx="17" hasCustomPrompt="1"/>
          </p:nvPr>
        </p:nvSpPr>
        <p:spPr>
          <a:xfrm>
            <a:off x="911424" y="4512548"/>
            <a:ext cx="4704523" cy="384043"/>
          </a:xfrm>
          <a:prstGeom prst="parallelogram">
            <a:avLst/>
          </a:prstGeom>
          <a:solidFill>
            <a:srgbClr val="1F1A17">
              <a:alpha val="69804"/>
            </a:srgbClr>
          </a:solidFill>
        </p:spPr>
        <p:txBody>
          <a:bodyPr lIns="36000" tIns="72000" rIns="36000" bIns="36000" anchor="ctr">
            <a:noAutofit/>
          </a:bodyPr>
          <a:lstStyle>
            <a:lvl1pPr marL="0" indent="0">
              <a:buNone/>
              <a:defRPr sz="2133" b="0" i="0">
                <a:solidFill>
                  <a:schemeClr val="bg1"/>
                </a:solidFill>
              </a:defRPr>
            </a:lvl1pPr>
          </a:lstStyle>
          <a:p>
            <a:pPr lvl="0"/>
            <a:r>
              <a:rPr lang="en-IN" dirty="0"/>
              <a:t>Agenda</a:t>
            </a:r>
          </a:p>
        </p:txBody>
      </p:sp>
      <p:sp>
        <p:nvSpPr>
          <p:cNvPr id="27" name="Text Placeholder 7"/>
          <p:cNvSpPr>
            <a:spLocks noGrp="1"/>
          </p:cNvSpPr>
          <p:nvPr>
            <p:ph type="body" sz="quarter" idx="18" hasCustomPrompt="1"/>
          </p:nvPr>
        </p:nvSpPr>
        <p:spPr>
          <a:xfrm>
            <a:off x="911424" y="5170907"/>
            <a:ext cx="4704523" cy="384043"/>
          </a:xfrm>
          <a:prstGeom prst="parallelogram">
            <a:avLst/>
          </a:prstGeom>
          <a:solidFill>
            <a:srgbClr val="1F1A17">
              <a:alpha val="69804"/>
            </a:srgbClr>
          </a:solidFill>
        </p:spPr>
        <p:txBody>
          <a:bodyPr lIns="36000" tIns="72000" rIns="36000" bIns="36000" anchor="ctr">
            <a:noAutofit/>
          </a:bodyPr>
          <a:lstStyle>
            <a:lvl1pPr marL="0" indent="0">
              <a:buNone/>
              <a:defRPr sz="2133" b="0" i="0">
                <a:solidFill>
                  <a:schemeClr val="bg1"/>
                </a:solidFill>
              </a:defRPr>
            </a:lvl1pPr>
          </a:lstStyle>
          <a:p>
            <a:pPr lvl="0"/>
            <a:r>
              <a:rPr lang="en-IN" dirty="0"/>
              <a:t>Agenda</a:t>
            </a:r>
          </a:p>
        </p:txBody>
      </p:sp>
      <p:sp>
        <p:nvSpPr>
          <p:cNvPr id="28" name="Text Placeholder 7"/>
          <p:cNvSpPr>
            <a:spLocks noGrp="1"/>
          </p:cNvSpPr>
          <p:nvPr>
            <p:ph type="body" sz="quarter" idx="19" hasCustomPrompt="1"/>
          </p:nvPr>
        </p:nvSpPr>
        <p:spPr>
          <a:xfrm>
            <a:off x="911424" y="5829267"/>
            <a:ext cx="4704523" cy="384043"/>
          </a:xfrm>
          <a:prstGeom prst="parallelogram">
            <a:avLst/>
          </a:prstGeom>
          <a:solidFill>
            <a:srgbClr val="1F1A17">
              <a:alpha val="69804"/>
            </a:srgbClr>
          </a:solidFill>
        </p:spPr>
        <p:txBody>
          <a:bodyPr lIns="36000" tIns="72000" rIns="36000" bIns="36000" anchor="ctr">
            <a:noAutofit/>
          </a:bodyPr>
          <a:lstStyle>
            <a:lvl1pPr marL="0" indent="0">
              <a:buNone/>
              <a:defRPr sz="2133" b="0" i="0">
                <a:solidFill>
                  <a:schemeClr val="bg1"/>
                </a:solidFill>
              </a:defRPr>
            </a:lvl1pPr>
          </a:lstStyle>
          <a:p>
            <a:pPr lvl="0"/>
            <a:r>
              <a:rPr lang="en-IN" dirty="0"/>
              <a:t>Agenda</a:t>
            </a:r>
          </a:p>
        </p:txBody>
      </p:sp>
      <p:sp>
        <p:nvSpPr>
          <p:cNvPr id="29" name="Text Placeholder 7"/>
          <p:cNvSpPr>
            <a:spLocks noGrp="1"/>
          </p:cNvSpPr>
          <p:nvPr>
            <p:ph type="body" sz="quarter" idx="20" hasCustomPrompt="1"/>
          </p:nvPr>
        </p:nvSpPr>
        <p:spPr>
          <a:xfrm>
            <a:off x="372915" y="1220755"/>
            <a:ext cx="538509" cy="384043"/>
          </a:xfrm>
          <a:prstGeom prst="parallelogram">
            <a:avLst/>
          </a:prstGeom>
          <a:solidFill>
            <a:srgbClr val="0077BD"/>
          </a:solidFill>
        </p:spPr>
        <p:txBody>
          <a:bodyPr lIns="36000" tIns="72000" rIns="36000" bIns="36000" anchor="ctr">
            <a:noAutofit/>
          </a:bodyPr>
          <a:lstStyle>
            <a:lvl1pPr marL="0" indent="0" algn="ctr">
              <a:buNone/>
              <a:defRPr sz="2133" b="0" i="0">
                <a:solidFill>
                  <a:schemeClr val="bg1"/>
                </a:solidFill>
              </a:defRPr>
            </a:lvl1pPr>
          </a:lstStyle>
          <a:p>
            <a:pPr lvl="0"/>
            <a:r>
              <a:rPr lang="en-IN" dirty="0"/>
              <a:t>1</a:t>
            </a:r>
          </a:p>
        </p:txBody>
      </p:sp>
      <p:sp>
        <p:nvSpPr>
          <p:cNvPr id="30" name="Text Placeholder 7"/>
          <p:cNvSpPr>
            <a:spLocks noGrp="1"/>
          </p:cNvSpPr>
          <p:nvPr>
            <p:ph type="body" sz="quarter" idx="21" hasCustomPrompt="1"/>
          </p:nvPr>
        </p:nvSpPr>
        <p:spPr>
          <a:xfrm>
            <a:off x="372915" y="1879113"/>
            <a:ext cx="538509" cy="384043"/>
          </a:xfrm>
          <a:prstGeom prst="parallelogram">
            <a:avLst/>
          </a:prstGeom>
          <a:solidFill>
            <a:srgbClr val="0077BD"/>
          </a:solidFill>
        </p:spPr>
        <p:txBody>
          <a:bodyPr lIns="36000" tIns="72000" rIns="36000" bIns="36000" anchor="ctr">
            <a:noAutofit/>
          </a:bodyPr>
          <a:lstStyle>
            <a:lvl1pPr marL="0" indent="0" algn="ctr">
              <a:buNone/>
              <a:defRPr sz="2133" b="0" i="0">
                <a:solidFill>
                  <a:schemeClr val="bg1"/>
                </a:solidFill>
              </a:defRPr>
            </a:lvl1pPr>
          </a:lstStyle>
          <a:p>
            <a:pPr lvl="0"/>
            <a:r>
              <a:rPr lang="en-IN" dirty="0"/>
              <a:t>2</a:t>
            </a:r>
          </a:p>
        </p:txBody>
      </p:sp>
      <p:sp>
        <p:nvSpPr>
          <p:cNvPr id="31" name="Text Placeholder 7"/>
          <p:cNvSpPr>
            <a:spLocks noGrp="1"/>
          </p:cNvSpPr>
          <p:nvPr>
            <p:ph type="body" sz="quarter" idx="22" hasCustomPrompt="1"/>
          </p:nvPr>
        </p:nvSpPr>
        <p:spPr>
          <a:xfrm>
            <a:off x="372915" y="2537472"/>
            <a:ext cx="538509" cy="384043"/>
          </a:xfrm>
          <a:prstGeom prst="parallelogram">
            <a:avLst/>
          </a:prstGeom>
          <a:solidFill>
            <a:srgbClr val="0077BD"/>
          </a:solidFill>
        </p:spPr>
        <p:txBody>
          <a:bodyPr lIns="36000" tIns="72000" rIns="36000" bIns="36000" anchor="ctr">
            <a:noAutofit/>
          </a:bodyPr>
          <a:lstStyle>
            <a:lvl1pPr marL="0" indent="0" algn="ctr">
              <a:buNone/>
              <a:defRPr sz="2133" b="0" i="0">
                <a:solidFill>
                  <a:schemeClr val="bg1"/>
                </a:solidFill>
              </a:defRPr>
            </a:lvl1pPr>
          </a:lstStyle>
          <a:p>
            <a:pPr lvl="0"/>
            <a:r>
              <a:rPr lang="en-IN" dirty="0"/>
              <a:t>3</a:t>
            </a:r>
          </a:p>
        </p:txBody>
      </p:sp>
      <p:sp>
        <p:nvSpPr>
          <p:cNvPr id="32" name="Text Placeholder 7"/>
          <p:cNvSpPr>
            <a:spLocks noGrp="1"/>
          </p:cNvSpPr>
          <p:nvPr>
            <p:ph type="body" sz="quarter" idx="23" hasCustomPrompt="1"/>
          </p:nvPr>
        </p:nvSpPr>
        <p:spPr>
          <a:xfrm>
            <a:off x="372915" y="3195831"/>
            <a:ext cx="538509" cy="384043"/>
          </a:xfrm>
          <a:prstGeom prst="parallelogram">
            <a:avLst/>
          </a:prstGeom>
          <a:solidFill>
            <a:srgbClr val="0077BD"/>
          </a:solidFill>
        </p:spPr>
        <p:txBody>
          <a:bodyPr lIns="36000" tIns="72000" rIns="36000" bIns="36000" anchor="ctr">
            <a:noAutofit/>
          </a:bodyPr>
          <a:lstStyle>
            <a:lvl1pPr marL="0" indent="0" algn="ctr">
              <a:buNone/>
              <a:defRPr sz="2133" b="0" i="0">
                <a:solidFill>
                  <a:schemeClr val="bg1"/>
                </a:solidFill>
              </a:defRPr>
            </a:lvl1pPr>
          </a:lstStyle>
          <a:p>
            <a:pPr lvl="0"/>
            <a:r>
              <a:rPr lang="en-IN" dirty="0"/>
              <a:t>4</a:t>
            </a:r>
          </a:p>
        </p:txBody>
      </p:sp>
      <p:sp>
        <p:nvSpPr>
          <p:cNvPr id="33" name="Text Placeholder 7"/>
          <p:cNvSpPr>
            <a:spLocks noGrp="1"/>
          </p:cNvSpPr>
          <p:nvPr>
            <p:ph type="body" sz="quarter" idx="24" hasCustomPrompt="1"/>
          </p:nvPr>
        </p:nvSpPr>
        <p:spPr>
          <a:xfrm>
            <a:off x="372915" y="3854189"/>
            <a:ext cx="538509" cy="384043"/>
          </a:xfrm>
          <a:prstGeom prst="parallelogram">
            <a:avLst/>
          </a:prstGeom>
          <a:solidFill>
            <a:srgbClr val="0077BD"/>
          </a:solidFill>
        </p:spPr>
        <p:txBody>
          <a:bodyPr lIns="36000" tIns="72000" rIns="36000" bIns="36000" anchor="ctr">
            <a:noAutofit/>
          </a:bodyPr>
          <a:lstStyle>
            <a:lvl1pPr marL="0" indent="0" algn="ctr">
              <a:buNone/>
              <a:defRPr sz="2133" b="0" i="0">
                <a:solidFill>
                  <a:schemeClr val="bg1"/>
                </a:solidFill>
              </a:defRPr>
            </a:lvl1pPr>
          </a:lstStyle>
          <a:p>
            <a:pPr lvl="0"/>
            <a:r>
              <a:rPr lang="en-IN" dirty="0"/>
              <a:t>5</a:t>
            </a:r>
          </a:p>
        </p:txBody>
      </p:sp>
      <p:sp>
        <p:nvSpPr>
          <p:cNvPr id="34" name="Text Placeholder 7"/>
          <p:cNvSpPr>
            <a:spLocks noGrp="1"/>
          </p:cNvSpPr>
          <p:nvPr>
            <p:ph type="body" sz="quarter" idx="25" hasCustomPrompt="1"/>
          </p:nvPr>
        </p:nvSpPr>
        <p:spPr>
          <a:xfrm>
            <a:off x="372915" y="4512548"/>
            <a:ext cx="538509" cy="384043"/>
          </a:xfrm>
          <a:prstGeom prst="parallelogram">
            <a:avLst/>
          </a:prstGeom>
          <a:solidFill>
            <a:srgbClr val="0077BD"/>
          </a:solidFill>
        </p:spPr>
        <p:txBody>
          <a:bodyPr lIns="36000" tIns="72000" rIns="36000" bIns="36000" anchor="ctr">
            <a:noAutofit/>
          </a:bodyPr>
          <a:lstStyle>
            <a:lvl1pPr marL="0" indent="0" algn="ctr">
              <a:buNone/>
              <a:defRPr sz="2133" b="0" i="0">
                <a:solidFill>
                  <a:schemeClr val="bg1"/>
                </a:solidFill>
              </a:defRPr>
            </a:lvl1pPr>
          </a:lstStyle>
          <a:p>
            <a:pPr lvl="0"/>
            <a:r>
              <a:rPr lang="en-IN" dirty="0"/>
              <a:t>6</a:t>
            </a:r>
          </a:p>
        </p:txBody>
      </p:sp>
      <p:sp>
        <p:nvSpPr>
          <p:cNvPr id="35" name="Text Placeholder 7"/>
          <p:cNvSpPr>
            <a:spLocks noGrp="1"/>
          </p:cNvSpPr>
          <p:nvPr>
            <p:ph type="body" sz="quarter" idx="26" hasCustomPrompt="1"/>
          </p:nvPr>
        </p:nvSpPr>
        <p:spPr>
          <a:xfrm>
            <a:off x="372915" y="5170907"/>
            <a:ext cx="538509" cy="384043"/>
          </a:xfrm>
          <a:prstGeom prst="parallelogram">
            <a:avLst/>
          </a:prstGeom>
          <a:solidFill>
            <a:srgbClr val="0077BD"/>
          </a:solidFill>
        </p:spPr>
        <p:txBody>
          <a:bodyPr lIns="36000" tIns="72000" rIns="36000" bIns="36000" anchor="ctr">
            <a:noAutofit/>
          </a:bodyPr>
          <a:lstStyle>
            <a:lvl1pPr marL="0" indent="0" algn="ctr">
              <a:buNone/>
              <a:defRPr sz="2133" b="0" i="0">
                <a:solidFill>
                  <a:schemeClr val="bg1"/>
                </a:solidFill>
              </a:defRPr>
            </a:lvl1pPr>
          </a:lstStyle>
          <a:p>
            <a:pPr lvl="0"/>
            <a:r>
              <a:rPr lang="en-IN" dirty="0"/>
              <a:t>7</a:t>
            </a:r>
          </a:p>
        </p:txBody>
      </p:sp>
      <p:sp>
        <p:nvSpPr>
          <p:cNvPr id="36" name="Text Placeholder 7"/>
          <p:cNvSpPr>
            <a:spLocks noGrp="1"/>
          </p:cNvSpPr>
          <p:nvPr>
            <p:ph type="body" sz="quarter" idx="27" hasCustomPrompt="1"/>
          </p:nvPr>
        </p:nvSpPr>
        <p:spPr>
          <a:xfrm>
            <a:off x="372915" y="5829267"/>
            <a:ext cx="538509" cy="384043"/>
          </a:xfrm>
          <a:prstGeom prst="parallelogram">
            <a:avLst/>
          </a:prstGeom>
          <a:solidFill>
            <a:srgbClr val="0077BD"/>
          </a:solidFill>
        </p:spPr>
        <p:txBody>
          <a:bodyPr lIns="36000" tIns="72000" rIns="36000" bIns="36000" anchor="ctr">
            <a:noAutofit/>
          </a:bodyPr>
          <a:lstStyle>
            <a:lvl1pPr marL="0" indent="0" algn="ctr">
              <a:buNone/>
              <a:defRPr sz="2133" b="0" i="0">
                <a:solidFill>
                  <a:schemeClr val="bg1"/>
                </a:solidFill>
              </a:defRPr>
            </a:lvl1pPr>
          </a:lstStyle>
          <a:p>
            <a:pPr lvl="0"/>
            <a:r>
              <a:rPr lang="en-IN" dirty="0"/>
              <a:t>8</a:t>
            </a:r>
          </a:p>
        </p:txBody>
      </p:sp>
    </p:spTree>
    <p:extLst>
      <p:ext uri="{BB962C8B-B14F-4D97-AF65-F5344CB8AC3E}">
        <p14:creationId xmlns:p14="http://schemas.microsoft.com/office/powerpoint/2010/main" val="150263783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ontent Slide - No Grids">
    <p:spTree>
      <p:nvGrpSpPr>
        <p:cNvPr id="1" name=""/>
        <p:cNvGrpSpPr/>
        <p:nvPr/>
      </p:nvGrpSpPr>
      <p:grpSpPr>
        <a:xfrm>
          <a:off x="0" y="0"/>
          <a:ext cx="0" cy="0"/>
          <a:chOff x="0" y="0"/>
          <a:chExt cx="0" cy="0"/>
        </a:xfrm>
      </p:grpSpPr>
      <p:sp>
        <p:nvSpPr>
          <p:cNvPr id="6" name="Title 1"/>
          <p:cNvSpPr>
            <a:spLocks noGrp="1"/>
          </p:cNvSpPr>
          <p:nvPr userDrawn="1">
            <p:ph type="title" hasCustomPrompt="1"/>
          </p:nvPr>
        </p:nvSpPr>
        <p:spPr>
          <a:xfrm>
            <a:off x="406400" y="2"/>
            <a:ext cx="11379200" cy="673820"/>
          </a:xfrm>
          <a:prstGeom prst="rect">
            <a:avLst/>
          </a:prstGeom>
        </p:spPr>
        <p:txBody>
          <a:bodyPr anchor="b">
            <a:normAutofit/>
          </a:bodyPr>
          <a:lstStyle>
            <a:lvl1pPr>
              <a:defRPr sz="3200">
                <a:latin typeface="Calibri" charset="0"/>
                <a:ea typeface="Calibri" charset="0"/>
                <a:cs typeface="Calibri" charset="0"/>
              </a:defRPr>
            </a:lvl1pPr>
          </a:lstStyle>
          <a:p>
            <a:r>
              <a:rPr lang="en-US" dirty="0"/>
              <a:t>Click to edit Title Text</a:t>
            </a:r>
          </a:p>
        </p:txBody>
      </p:sp>
      <p:sp>
        <p:nvSpPr>
          <p:cNvPr id="7" name="Content Placeholder 2"/>
          <p:cNvSpPr>
            <a:spLocks noGrp="1"/>
          </p:cNvSpPr>
          <p:nvPr userDrawn="1">
            <p:ph idx="1"/>
          </p:nvPr>
        </p:nvSpPr>
        <p:spPr>
          <a:xfrm>
            <a:off x="406400" y="889000"/>
            <a:ext cx="11379200" cy="5588000"/>
          </a:xfrm>
          <a:prstGeom prst="rect">
            <a:avLst/>
          </a:prstGeom>
        </p:spPr>
        <p:txBody>
          <a:bodyPr vert="horz" lIns="68579" tIns="34289" rIns="68579" bIns="34289" rtlCol="0">
            <a:normAutofit/>
          </a:bodyPr>
          <a:lstStyle>
            <a:lvl1pPr>
              <a:defRPr lang="en-US" sz="2400" smtClean="0"/>
            </a:lvl1pPr>
            <a:lvl2pPr>
              <a:defRPr lang="en-US" sz="2133" smtClean="0"/>
            </a:lvl2pPr>
            <a:lvl3pPr>
              <a:defRPr lang="en-US" sz="1867" smtClean="0"/>
            </a:lvl3pPr>
            <a:lvl4pPr>
              <a:defRPr lang="en-US" sz="1600" smtClean="0"/>
            </a:lvl4pPr>
            <a:lvl5pPr>
              <a:defRPr lang="en-US" sz="1467" dirty="0"/>
            </a:lvl5pPr>
          </a:lstStyle>
          <a:p>
            <a:pPr lvl="0">
              <a:buFontTx/>
              <a:buBlip>
                <a:blip r:embed="rId2"/>
              </a:buBlip>
            </a:pPr>
            <a:r>
              <a:rPr lang="en-US" dirty="0"/>
              <a:t>Click to edit Master text styles</a:t>
            </a:r>
          </a:p>
          <a:p>
            <a:pPr lvl="1">
              <a:buFontTx/>
              <a:buBlip>
                <a:blip r:embed="rId2"/>
              </a:buBlip>
            </a:pPr>
            <a:r>
              <a:rPr lang="en-US" dirty="0"/>
              <a:t>Second level</a:t>
            </a:r>
          </a:p>
          <a:p>
            <a:pPr lvl="2">
              <a:buFontTx/>
              <a:buBlip>
                <a:blip r:embed="rId2"/>
              </a:buBlip>
            </a:pPr>
            <a:r>
              <a:rPr lang="en-US" dirty="0"/>
              <a:t>Third level</a:t>
            </a:r>
          </a:p>
          <a:p>
            <a:pPr lvl="3">
              <a:buFontTx/>
              <a:buBlip>
                <a:blip r:embed="rId2"/>
              </a:buBlip>
            </a:pPr>
            <a:r>
              <a:rPr lang="en-US" dirty="0"/>
              <a:t>Fourth level</a:t>
            </a:r>
          </a:p>
          <a:p>
            <a:pPr lvl="4">
              <a:buFontTx/>
              <a:buBlip>
                <a:blip r:embed="rId2"/>
              </a:buBlip>
            </a:pPr>
            <a:r>
              <a:rPr lang="en-US" dirty="0"/>
              <a:t>Fifth level</a:t>
            </a:r>
          </a:p>
        </p:txBody>
      </p:sp>
      <p:grpSp>
        <p:nvGrpSpPr>
          <p:cNvPr id="3" name="Group 1"/>
          <p:cNvGrpSpPr/>
          <p:nvPr userDrawn="1"/>
        </p:nvGrpSpPr>
        <p:grpSpPr>
          <a:xfrm>
            <a:off x="333332" y="633676"/>
            <a:ext cx="11525339" cy="144093"/>
            <a:chOff x="249998" y="488319"/>
            <a:chExt cx="8644004" cy="108070"/>
          </a:xfrm>
        </p:grpSpPr>
        <p:sp>
          <p:nvSpPr>
            <p:cNvPr id="18" name="Parallelogram 2"/>
            <p:cNvSpPr/>
            <p:nvPr/>
          </p:nvSpPr>
          <p:spPr>
            <a:xfrm>
              <a:off x="249998" y="488320"/>
              <a:ext cx="8585221" cy="108069"/>
            </a:xfrm>
            <a:custGeom>
              <a:avLst/>
              <a:gdLst/>
              <a:ahLst/>
              <a:cxnLst/>
              <a:rect l="l" t="t" r="r" b="b"/>
              <a:pathLst>
                <a:path w="8585221" h="108069">
                  <a:moveTo>
                    <a:pt x="48252" y="0"/>
                  </a:moveTo>
                  <a:lnTo>
                    <a:pt x="79398" y="0"/>
                  </a:lnTo>
                  <a:lnTo>
                    <a:pt x="48099" y="42519"/>
                  </a:lnTo>
                  <a:lnTo>
                    <a:pt x="8554075" y="42519"/>
                  </a:lnTo>
                  <a:lnTo>
                    <a:pt x="8566173" y="42519"/>
                  </a:lnTo>
                  <a:lnTo>
                    <a:pt x="8585221" y="42519"/>
                  </a:lnTo>
                  <a:lnTo>
                    <a:pt x="8536969" y="108069"/>
                  </a:lnTo>
                  <a:lnTo>
                    <a:pt x="8505823" y="108069"/>
                  </a:lnTo>
                  <a:lnTo>
                    <a:pt x="8537122" y="65550"/>
                  </a:lnTo>
                  <a:lnTo>
                    <a:pt x="31146" y="65550"/>
                  </a:lnTo>
                  <a:lnTo>
                    <a:pt x="22248" y="65550"/>
                  </a:lnTo>
                  <a:lnTo>
                    <a:pt x="0" y="65550"/>
                  </a:lnTo>
                  <a:close/>
                </a:path>
              </a:pathLst>
            </a:custGeom>
            <a:gradFill flip="none" rotWithShape="1">
              <a:gsLst>
                <a:gs pos="0">
                  <a:srgbClr val="FFC000"/>
                </a:gs>
                <a:gs pos="100000">
                  <a:srgbClr val="4A66AC"/>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sp>
          <p:nvSpPr>
            <p:cNvPr id="19" name="Parallelogram 2"/>
            <p:cNvSpPr/>
            <p:nvPr/>
          </p:nvSpPr>
          <p:spPr>
            <a:xfrm rot="10800000" flipH="1" flipV="1">
              <a:off x="308781" y="488319"/>
              <a:ext cx="8585221" cy="108069"/>
            </a:xfrm>
            <a:custGeom>
              <a:avLst/>
              <a:gdLst/>
              <a:ahLst/>
              <a:cxnLst/>
              <a:rect l="l" t="t" r="r" b="b"/>
              <a:pathLst>
                <a:path w="8585221" h="108069">
                  <a:moveTo>
                    <a:pt x="48252" y="0"/>
                  </a:moveTo>
                  <a:lnTo>
                    <a:pt x="79398" y="0"/>
                  </a:lnTo>
                  <a:lnTo>
                    <a:pt x="48099" y="42519"/>
                  </a:lnTo>
                  <a:lnTo>
                    <a:pt x="8554075" y="42519"/>
                  </a:lnTo>
                  <a:lnTo>
                    <a:pt x="8566173" y="42519"/>
                  </a:lnTo>
                  <a:lnTo>
                    <a:pt x="8585221" y="42519"/>
                  </a:lnTo>
                  <a:lnTo>
                    <a:pt x="8536969" y="108069"/>
                  </a:lnTo>
                  <a:lnTo>
                    <a:pt x="8505823" y="108069"/>
                  </a:lnTo>
                  <a:lnTo>
                    <a:pt x="8537122" y="65550"/>
                  </a:lnTo>
                  <a:lnTo>
                    <a:pt x="31146" y="65550"/>
                  </a:lnTo>
                  <a:lnTo>
                    <a:pt x="22248" y="65550"/>
                  </a:lnTo>
                  <a:lnTo>
                    <a:pt x="0" y="65550"/>
                  </a:lnTo>
                  <a:close/>
                </a:path>
              </a:pathLst>
            </a:custGeom>
            <a:gradFill flip="none" rotWithShape="1">
              <a:gsLst>
                <a:gs pos="0">
                  <a:srgbClr val="FFC000"/>
                </a:gs>
                <a:gs pos="100000">
                  <a:srgbClr val="4A66AC"/>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p>
          </p:txBody>
        </p:sp>
      </p:grpSp>
    </p:spTree>
    <p:extLst>
      <p:ext uri="{BB962C8B-B14F-4D97-AF65-F5344CB8AC3E}">
        <p14:creationId xmlns:p14="http://schemas.microsoft.com/office/powerpoint/2010/main" val="38059473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Thank you Slide">
    <p:spTree>
      <p:nvGrpSpPr>
        <p:cNvPr id="1" name=""/>
        <p:cNvGrpSpPr/>
        <p:nvPr/>
      </p:nvGrpSpPr>
      <p:grpSpPr>
        <a:xfrm>
          <a:off x="0" y="0"/>
          <a:ext cx="0" cy="0"/>
          <a:chOff x="0" y="0"/>
          <a:chExt cx="0" cy="0"/>
        </a:xfrm>
      </p:grpSpPr>
      <p:grpSp>
        <p:nvGrpSpPr>
          <p:cNvPr id="129" name="Group 128"/>
          <p:cNvGrpSpPr/>
          <p:nvPr userDrawn="1"/>
        </p:nvGrpSpPr>
        <p:grpSpPr bwMode="gray">
          <a:xfrm>
            <a:off x="-1" y="-17293"/>
            <a:ext cx="12183353" cy="6553200"/>
            <a:chOff x="-1" y="0"/>
            <a:chExt cx="9137515" cy="4914900"/>
          </a:xfrm>
        </p:grpSpPr>
        <p:cxnSp>
          <p:nvCxnSpPr>
            <p:cNvPr id="130" name="Straight Connector 129"/>
            <p:cNvCxnSpPr/>
            <p:nvPr userDrawn="1"/>
          </p:nvCxnSpPr>
          <p:spPr bwMode="gray">
            <a:xfrm>
              <a:off x="142570"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userDrawn="1"/>
          </p:nvCxnSpPr>
          <p:spPr bwMode="gray">
            <a:xfrm>
              <a:off x="295300"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userDrawn="1"/>
          </p:nvCxnSpPr>
          <p:spPr bwMode="gray">
            <a:xfrm>
              <a:off x="448029"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userDrawn="1"/>
          </p:nvCxnSpPr>
          <p:spPr bwMode="gray">
            <a:xfrm>
              <a:off x="600759"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userDrawn="1"/>
          </p:nvCxnSpPr>
          <p:spPr bwMode="gray">
            <a:xfrm>
              <a:off x="753488"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userDrawn="1"/>
          </p:nvCxnSpPr>
          <p:spPr bwMode="gray">
            <a:xfrm>
              <a:off x="906218"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userDrawn="1"/>
          </p:nvCxnSpPr>
          <p:spPr bwMode="gray">
            <a:xfrm>
              <a:off x="1058948"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userDrawn="1"/>
          </p:nvCxnSpPr>
          <p:spPr bwMode="gray">
            <a:xfrm>
              <a:off x="1211677"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p:cNvCxnSpPr/>
            <p:nvPr userDrawn="1"/>
          </p:nvCxnSpPr>
          <p:spPr bwMode="gray">
            <a:xfrm>
              <a:off x="1364407"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p:cNvCxnSpPr/>
            <p:nvPr userDrawn="1"/>
          </p:nvCxnSpPr>
          <p:spPr bwMode="gray">
            <a:xfrm>
              <a:off x="1517136"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p:cNvCxnSpPr/>
            <p:nvPr userDrawn="1"/>
          </p:nvCxnSpPr>
          <p:spPr bwMode="gray">
            <a:xfrm>
              <a:off x="1669866"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p:cNvCxnSpPr/>
            <p:nvPr userDrawn="1"/>
          </p:nvCxnSpPr>
          <p:spPr bwMode="gray">
            <a:xfrm>
              <a:off x="1822596"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p:cNvCxnSpPr/>
            <p:nvPr userDrawn="1"/>
          </p:nvCxnSpPr>
          <p:spPr bwMode="gray">
            <a:xfrm>
              <a:off x="1975325"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p:cNvCxnSpPr/>
            <p:nvPr userDrawn="1"/>
          </p:nvCxnSpPr>
          <p:spPr bwMode="gray">
            <a:xfrm>
              <a:off x="2128055"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p:cNvCxnSpPr/>
            <p:nvPr userDrawn="1"/>
          </p:nvCxnSpPr>
          <p:spPr bwMode="gray">
            <a:xfrm>
              <a:off x="2280784"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p:cNvCxnSpPr/>
            <p:nvPr userDrawn="1"/>
          </p:nvCxnSpPr>
          <p:spPr bwMode="gray">
            <a:xfrm>
              <a:off x="2433514"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p:cNvCxnSpPr/>
            <p:nvPr userDrawn="1"/>
          </p:nvCxnSpPr>
          <p:spPr bwMode="gray">
            <a:xfrm>
              <a:off x="2586244"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47" name="Straight Connector 146"/>
            <p:cNvCxnSpPr/>
            <p:nvPr userDrawn="1"/>
          </p:nvCxnSpPr>
          <p:spPr bwMode="gray">
            <a:xfrm>
              <a:off x="2738973"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48" name="Straight Connector 147"/>
            <p:cNvCxnSpPr/>
            <p:nvPr userDrawn="1"/>
          </p:nvCxnSpPr>
          <p:spPr bwMode="gray">
            <a:xfrm>
              <a:off x="2891703"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49" name="Straight Connector 148"/>
            <p:cNvCxnSpPr/>
            <p:nvPr userDrawn="1"/>
          </p:nvCxnSpPr>
          <p:spPr bwMode="gray">
            <a:xfrm>
              <a:off x="3044432"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50" name="Straight Connector 149"/>
            <p:cNvCxnSpPr/>
            <p:nvPr userDrawn="1"/>
          </p:nvCxnSpPr>
          <p:spPr bwMode="gray">
            <a:xfrm>
              <a:off x="3197162"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51" name="Straight Connector 150"/>
            <p:cNvCxnSpPr/>
            <p:nvPr userDrawn="1"/>
          </p:nvCxnSpPr>
          <p:spPr bwMode="gray">
            <a:xfrm>
              <a:off x="3349892"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52" name="Straight Connector 151"/>
            <p:cNvCxnSpPr/>
            <p:nvPr userDrawn="1"/>
          </p:nvCxnSpPr>
          <p:spPr bwMode="gray">
            <a:xfrm>
              <a:off x="3502621"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p:cNvCxnSpPr/>
            <p:nvPr userDrawn="1"/>
          </p:nvCxnSpPr>
          <p:spPr bwMode="gray">
            <a:xfrm>
              <a:off x="3655351"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54" name="Straight Connector 153"/>
            <p:cNvCxnSpPr/>
            <p:nvPr userDrawn="1"/>
          </p:nvCxnSpPr>
          <p:spPr bwMode="gray">
            <a:xfrm>
              <a:off x="3808080"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55" name="Straight Connector 154"/>
            <p:cNvCxnSpPr/>
            <p:nvPr userDrawn="1"/>
          </p:nvCxnSpPr>
          <p:spPr bwMode="gray">
            <a:xfrm>
              <a:off x="3960810"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56" name="Straight Connector 155"/>
            <p:cNvCxnSpPr/>
            <p:nvPr userDrawn="1"/>
          </p:nvCxnSpPr>
          <p:spPr bwMode="gray">
            <a:xfrm>
              <a:off x="4113540"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57" name="Straight Connector 156"/>
            <p:cNvCxnSpPr/>
            <p:nvPr userDrawn="1"/>
          </p:nvCxnSpPr>
          <p:spPr bwMode="gray">
            <a:xfrm>
              <a:off x="4266269"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58" name="Straight Connector 157"/>
            <p:cNvCxnSpPr/>
            <p:nvPr userDrawn="1"/>
          </p:nvCxnSpPr>
          <p:spPr bwMode="gray">
            <a:xfrm>
              <a:off x="4418999"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59" name="Straight Connector 158"/>
            <p:cNvCxnSpPr/>
            <p:nvPr userDrawn="1"/>
          </p:nvCxnSpPr>
          <p:spPr bwMode="gray">
            <a:xfrm>
              <a:off x="4571728"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60" name="Straight Connector 159"/>
            <p:cNvCxnSpPr/>
            <p:nvPr userDrawn="1"/>
          </p:nvCxnSpPr>
          <p:spPr bwMode="gray">
            <a:xfrm>
              <a:off x="4724458"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61" name="Straight Connector 160"/>
            <p:cNvCxnSpPr/>
            <p:nvPr userDrawn="1"/>
          </p:nvCxnSpPr>
          <p:spPr bwMode="gray">
            <a:xfrm>
              <a:off x="4877188"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62" name="Straight Connector 161"/>
            <p:cNvCxnSpPr/>
            <p:nvPr userDrawn="1"/>
          </p:nvCxnSpPr>
          <p:spPr bwMode="gray">
            <a:xfrm>
              <a:off x="5029917"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63" name="Straight Connector 162"/>
            <p:cNvCxnSpPr/>
            <p:nvPr userDrawn="1"/>
          </p:nvCxnSpPr>
          <p:spPr bwMode="gray">
            <a:xfrm>
              <a:off x="5182647"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64" name="Straight Connector 163"/>
            <p:cNvCxnSpPr/>
            <p:nvPr userDrawn="1"/>
          </p:nvCxnSpPr>
          <p:spPr bwMode="gray">
            <a:xfrm>
              <a:off x="5335377"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65" name="Straight Connector 164"/>
            <p:cNvCxnSpPr/>
            <p:nvPr userDrawn="1"/>
          </p:nvCxnSpPr>
          <p:spPr bwMode="gray">
            <a:xfrm>
              <a:off x="5488106"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66" name="Straight Connector 165"/>
            <p:cNvCxnSpPr/>
            <p:nvPr userDrawn="1"/>
          </p:nvCxnSpPr>
          <p:spPr bwMode="gray">
            <a:xfrm>
              <a:off x="5640836"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p:cNvCxnSpPr/>
            <p:nvPr userDrawn="1"/>
          </p:nvCxnSpPr>
          <p:spPr bwMode="gray">
            <a:xfrm>
              <a:off x="5793565"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68" name="Straight Connector 167"/>
            <p:cNvCxnSpPr/>
            <p:nvPr userDrawn="1"/>
          </p:nvCxnSpPr>
          <p:spPr bwMode="gray">
            <a:xfrm>
              <a:off x="5946295"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69" name="Straight Connector 168"/>
            <p:cNvCxnSpPr/>
            <p:nvPr userDrawn="1"/>
          </p:nvCxnSpPr>
          <p:spPr bwMode="gray">
            <a:xfrm>
              <a:off x="6099025"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p:cNvCxnSpPr/>
            <p:nvPr userDrawn="1"/>
          </p:nvCxnSpPr>
          <p:spPr bwMode="gray">
            <a:xfrm>
              <a:off x="6251754"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userDrawn="1"/>
          </p:nvCxnSpPr>
          <p:spPr bwMode="gray">
            <a:xfrm>
              <a:off x="6404484"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userDrawn="1"/>
          </p:nvCxnSpPr>
          <p:spPr bwMode="gray">
            <a:xfrm>
              <a:off x="6557213"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userDrawn="1"/>
          </p:nvCxnSpPr>
          <p:spPr bwMode="gray">
            <a:xfrm>
              <a:off x="6709943"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userDrawn="1"/>
          </p:nvCxnSpPr>
          <p:spPr bwMode="gray">
            <a:xfrm>
              <a:off x="6862673"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userDrawn="1"/>
          </p:nvCxnSpPr>
          <p:spPr bwMode="gray">
            <a:xfrm>
              <a:off x="7015402"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userDrawn="1"/>
          </p:nvCxnSpPr>
          <p:spPr bwMode="gray">
            <a:xfrm>
              <a:off x="7168132"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userDrawn="1"/>
          </p:nvCxnSpPr>
          <p:spPr bwMode="gray">
            <a:xfrm>
              <a:off x="7320861"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userDrawn="1"/>
          </p:nvCxnSpPr>
          <p:spPr bwMode="gray">
            <a:xfrm>
              <a:off x="7473591"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userDrawn="1"/>
          </p:nvCxnSpPr>
          <p:spPr bwMode="gray">
            <a:xfrm>
              <a:off x="7626321"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userDrawn="1"/>
          </p:nvCxnSpPr>
          <p:spPr bwMode="gray">
            <a:xfrm>
              <a:off x="7779050"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userDrawn="1"/>
          </p:nvCxnSpPr>
          <p:spPr bwMode="gray">
            <a:xfrm>
              <a:off x="7931780"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userDrawn="1"/>
          </p:nvCxnSpPr>
          <p:spPr bwMode="gray">
            <a:xfrm>
              <a:off x="8084509"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userDrawn="1"/>
          </p:nvCxnSpPr>
          <p:spPr bwMode="gray">
            <a:xfrm>
              <a:off x="8237239"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userDrawn="1"/>
          </p:nvCxnSpPr>
          <p:spPr bwMode="gray">
            <a:xfrm>
              <a:off x="8389969"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userDrawn="1"/>
          </p:nvCxnSpPr>
          <p:spPr bwMode="gray">
            <a:xfrm>
              <a:off x="8542698"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userDrawn="1"/>
          </p:nvCxnSpPr>
          <p:spPr bwMode="gray">
            <a:xfrm>
              <a:off x="8695428"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userDrawn="1"/>
          </p:nvCxnSpPr>
          <p:spPr bwMode="gray">
            <a:xfrm>
              <a:off x="8848157"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userDrawn="1"/>
          </p:nvCxnSpPr>
          <p:spPr bwMode="gray">
            <a:xfrm>
              <a:off x="9000883" y="6214"/>
              <a:ext cx="0" cy="490868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userDrawn="1"/>
          </p:nvCxnSpPr>
          <p:spPr bwMode="gray">
            <a:xfrm flipH="1">
              <a:off x="-1" y="0"/>
              <a:ext cx="9137515"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90" name="Straight Connector 189"/>
            <p:cNvCxnSpPr/>
            <p:nvPr userDrawn="1"/>
          </p:nvCxnSpPr>
          <p:spPr bwMode="gray">
            <a:xfrm flipH="1">
              <a:off x="-1" y="152838"/>
              <a:ext cx="9137515"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91" name="Straight Connector 190"/>
            <p:cNvCxnSpPr/>
            <p:nvPr userDrawn="1"/>
          </p:nvCxnSpPr>
          <p:spPr bwMode="gray">
            <a:xfrm flipH="1">
              <a:off x="-1" y="305676"/>
              <a:ext cx="9137515"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92" name="Straight Connector 191"/>
            <p:cNvCxnSpPr/>
            <p:nvPr userDrawn="1"/>
          </p:nvCxnSpPr>
          <p:spPr bwMode="gray">
            <a:xfrm flipH="1">
              <a:off x="-1" y="458514"/>
              <a:ext cx="9137515"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93" name="Straight Connector 192"/>
            <p:cNvCxnSpPr/>
            <p:nvPr userDrawn="1"/>
          </p:nvCxnSpPr>
          <p:spPr bwMode="gray">
            <a:xfrm flipH="1">
              <a:off x="-1" y="611352"/>
              <a:ext cx="9137515"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p:cNvCxnSpPr/>
            <p:nvPr userDrawn="1"/>
          </p:nvCxnSpPr>
          <p:spPr bwMode="gray">
            <a:xfrm flipH="1">
              <a:off x="-1" y="764190"/>
              <a:ext cx="9137515"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95" name="Straight Connector 194"/>
            <p:cNvCxnSpPr/>
            <p:nvPr userDrawn="1"/>
          </p:nvCxnSpPr>
          <p:spPr bwMode="gray">
            <a:xfrm flipH="1">
              <a:off x="-1" y="917028"/>
              <a:ext cx="9137515"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96" name="Straight Connector 195"/>
            <p:cNvCxnSpPr/>
            <p:nvPr userDrawn="1"/>
          </p:nvCxnSpPr>
          <p:spPr bwMode="gray">
            <a:xfrm flipH="1">
              <a:off x="-1" y="1069866"/>
              <a:ext cx="9137515"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p:cNvCxnSpPr/>
            <p:nvPr userDrawn="1"/>
          </p:nvCxnSpPr>
          <p:spPr bwMode="gray">
            <a:xfrm flipH="1">
              <a:off x="-1" y="1222704"/>
              <a:ext cx="9137515"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98" name="Straight Connector 197"/>
            <p:cNvCxnSpPr/>
            <p:nvPr userDrawn="1"/>
          </p:nvCxnSpPr>
          <p:spPr bwMode="gray">
            <a:xfrm flipH="1">
              <a:off x="-1" y="1375542"/>
              <a:ext cx="9137515"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99" name="Straight Connector 198"/>
            <p:cNvCxnSpPr/>
            <p:nvPr userDrawn="1"/>
          </p:nvCxnSpPr>
          <p:spPr bwMode="gray">
            <a:xfrm flipH="1">
              <a:off x="-1" y="1528380"/>
              <a:ext cx="9137515"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p:cNvCxnSpPr/>
            <p:nvPr userDrawn="1"/>
          </p:nvCxnSpPr>
          <p:spPr bwMode="gray">
            <a:xfrm flipH="1">
              <a:off x="-1" y="1681218"/>
              <a:ext cx="9137515"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01" name="Straight Connector 200"/>
            <p:cNvCxnSpPr/>
            <p:nvPr userDrawn="1"/>
          </p:nvCxnSpPr>
          <p:spPr bwMode="gray">
            <a:xfrm flipH="1">
              <a:off x="-1" y="1834056"/>
              <a:ext cx="9137515"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02" name="Straight Connector 201"/>
            <p:cNvCxnSpPr/>
            <p:nvPr userDrawn="1"/>
          </p:nvCxnSpPr>
          <p:spPr bwMode="gray">
            <a:xfrm flipH="1">
              <a:off x="-1" y="1986894"/>
              <a:ext cx="9137515"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03" name="Straight Connector 202"/>
            <p:cNvCxnSpPr/>
            <p:nvPr userDrawn="1"/>
          </p:nvCxnSpPr>
          <p:spPr bwMode="gray">
            <a:xfrm flipH="1">
              <a:off x="-1" y="2139732"/>
              <a:ext cx="9137515" cy="2"/>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04" name="Straight Connector 203"/>
            <p:cNvCxnSpPr/>
            <p:nvPr userDrawn="1"/>
          </p:nvCxnSpPr>
          <p:spPr bwMode="gray">
            <a:xfrm flipH="1">
              <a:off x="-1" y="2292570"/>
              <a:ext cx="9137515" cy="2"/>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05" name="Straight Connector 204"/>
            <p:cNvCxnSpPr/>
            <p:nvPr userDrawn="1"/>
          </p:nvCxnSpPr>
          <p:spPr bwMode="gray">
            <a:xfrm flipH="1">
              <a:off x="-1" y="2445408"/>
              <a:ext cx="9137515" cy="2"/>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06" name="Straight Connector 205"/>
            <p:cNvCxnSpPr/>
            <p:nvPr userDrawn="1"/>
          </p:nvCxnSpPr>
          <p:spPr bwMode="gray">
            <a:xfrm flipH="1">
              <a:off x="-1" y="2598246"/>
              <a:ext cx="9137515" cy="2"/>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07" name="Straight Connector 206"/>
            <p:cNvCxnSpPr/>
            <p:nvPr userDrawn="1"/>
          </p:nvCxnSpPr>
          <p:spPr bwMode="gray">
            <a:xfrm flipH="1">
              <a:off x="-1" y="2751084"/>
              <a:ext cx="9137515" cy="2"/>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08" name="Straight Connector 207"/>
            <p:cNvCxnSpPr/>
            <p:nvPr userDrawn="1"/>
          </p:nvCxnSpPr>
          <p:spPr bwMode="gray">
            <a:xfrm flipH="1">
              <a:off x="-1" y="2903922"/>
              <a:ext cx="9137515" cy="2"/>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09" name="Straight Connector 208"/>
            <p:cNvCxnSpPr/>
            <p:nvPr userDrawn="1"/>
          </p:nvCxnSpPr>
          <p:spPr bwMode="gray">
            <a:xfrm flipH="1">
              <a:off x="-1" y="3056760"/>
              <a:ext cx="9137515" cy="2"/>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10" name="Straight Connector 209"/>
            <p:cNvCxnSpPr/>
            <p:nvPr userDrawn="1"/>
          </p:nvCxnSpPr>
          <p:spPr bwMode="gray">
            <a:xfrm flipH="1">
              <a:off x="-1" y="3209598"/>
              <a:ext cx="9137515" cy="2"/>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11" name="Straight Connector 210"/>
            <p:cNvCxnSpPr/>
            <p:nvPr userDrawn="1"/>
          </p:nvCxnSpPr>
          <p:spPr bwMode="gray">
            <a:xfrm flipH="1">
              <a:off x="-1" y="3362436"/>
              <a:ext cx="9137515" cy="2"/>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12" name="Straight Connector 211"/>
            <p:cNvCxnSpPr/>
            <p:nvPr userDrawn="1"/>
          </p:nvCxnSpPr>
          <p:spPr bwMode="gray">
            <a:xfrm flipH="1">
              <a:off x="-1" y="3515274"/>
              <a:ext cx="9137515" cy="2"/>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13" name="Straight Connector 212"/>
            <p:cNvCxnSpPr/>
            <p:nvPr userDrawn="1"/>
          </p:nvCxnSpPr>
          <p:spPr bwMode="gray">
            <a:xfrm flipH="1">
              <a:off x="-1" y="3668112"/>
              <a:ext cx="9137515" cy="2"/>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14" name="Straight Connector 213"/>
            <p:cNvCxnSpPr/>
            <p:nvPr userDrawn="1"/>
          </p:nvCxnSpPr>
          <p:spPr bwMode="gray">
            <a:xfrm flipH="1">
              <a:off x="-1" y="3820950"/>
              <a:ext cx="9137515" cy="2"/>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15" name="Straight Connector 214"/>
            <p:cNvCxnSpPr/>
            <p:nvPr userDrawn="1"/>
          </p:nvCxnSpPr>
          <p:spPr bwMode="gray">
            <a:xfrm flipH="1">
              <a:off x="-1" y="3973788"/>
              <a:ext cx="9137515" cy="2"/>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16" name="Straight Connector 215"/>
            <p:cNvCxnSpPr/>
            <p:nvPr userDrawn="1"/>
          </p:nvCxnSpPr>
          <p:spPr bwMode="gray">
            <a:xfrm flipH="1">
              <a:off x="-1" y="4126626"/>
              <a:ext cx="9137515" cy="2"/>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17" name="Straight Connector 216"/>
            <p:cNvCxnSpPr/>
            <p:nvPr userDrawn="1"/>
          </p:nvCxnSpPr>
          <p:spPr bwMode="gray">
            <a:xfrm flipH="1">
              <a:off x="-1" y="4279464"/>
              <a:ext cx="9137515"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18" name="Straight Connector 217"/>
            <p:cNvCxnSpPr/>
            <p:nvPr userDrawn="1"/>
          </p:nvCxnSpPr>
          <p:spPr bwMode="gray">
            <a:xfrm flipH="1">
              <a:off x="-1" y="4438170"/>
              <a:ext cx="9137515"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19" name="Straight Connector 218"/>
            <p:cNvCxnSpPr/>
            <p:nvPr userDrawn="1"/>
          </p:nvCxnSpPr>
          <p:spPr bwMode="gray">
            <a:xfrm flipH="1">
              <a:off x="-1" y="4591008"/>
              <a:ext cx="9137515"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20" name="Straight Connector 219"/>
            <p:cNvCxnSpPr/>
            <p:nvPr userDrawn="1"/>
          </p:nvCxnSpPr>
          <p:spPr bwMode="gray">
            <a:xfrm flipH="1">
              <a:off x="-1" y="4743846"/>
              <a:ext cx="9137515"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21" name="Straight Connector 220"/>
            <p:cNvCxnSpPr/>
            <p:nvPr userDrawn="1"/>
          </p:nvCxnSpPr>
          <p:spPr bwMode="gray">
            <a:xfrm flipH="1">
              <a:off x="-1" y="4896684"/>
              <a:ext cx="9137515"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hasCustomPrompt="1"/>
          </p:nvPr>
        </p:nvSpPr>
        <p:spPr bwMode="gray">
          <a:xfrm>
            <a:off x="1968474" y="1323939"/>
            <a:ext cx="3528087" cy="1325563"/>
          </a:xfrm>
          <a:prstGeom prst="rect">
            <a:avLst/>
          </a:prstGeom>
        </p:spPr>
        <p:txBody>
          <a:bodyPr/>
          <a:lstStyle>
            <a:lvl1pPr algn="ctr">
              <a:defRPr sz="4267"/>
            </a:lvl1pPr>
          </a:lstStyle>
          <a:p>
            <a:r>
              <a:rPr lang="en-US" dirty="0"/>
              <a:t>Thank you.</a:t>
            </a:r>
            <a:endParaRPr lang="en-IN" dirty="0"/>
          </a:p>
        </p:txBody>
      </p:sp>
      <p:sp>
        <p:nvSpPr>
          <p:cNvPr id="23" name="Text Placeholder 1030"/>
          <p:cNvSpPr>
            <a:spLocks noGrp="1"/>
          </p:cNvSpPr>
          <p:nvPr>
            <p:ph type="body" sz="quarter" idx="10" hasCustomPrompt="1"/>
          </p:nvPr>
        </p:nvSpPr>
        <p:spPr bwMode="gray">
          <a:xfrm>
            <a:off x="399133" y="4646313"/>
            <a:ext cx="4858623" cy="463576"/>
          </a:xfrm>
          <a:prstGeom prst="rect">
            <a:avLst/>
          </a:prstGeom>
        </p:spPr>
        <p:txBody>
          <a:bodyPr anchor="ctr"/>
          <a:lstStyle>
            <a:lvl1pPr marL="0" indent="0">
              <a:buNone/>
              <a:defRPr sz="2400"/>
            </a:lvl1pPr>
            <a:lvl2pPr marL="457177" indent="0">
              <a:buNone/>
              <a:defRPr/>
            </a:lvl2pPr>
            <a:lvl3pPr marL="914353" indent="0">
              <a:buNone/>
              <a:defRPr/>
            </a:lvl3pPr>
            <a:lvl4pPr marL="1371531" indent="0">
              <a:buNone/>
              <a:defRPr/>
            </a:lvl4pPr>
            <a:lvl5pPr marL="1828709" indent="0">
              <a:buNone/>
              <a:defRPr/>
            </a:lvl5pPr>
          </a:lstStyle>
          <a:p>
            <a:pPr lvl="0"/>
            <a:r>
              <a:rPr lang="en-US" dirty="0"/>
              <a:t>Name</a:t>
            </a:r>
            <a:endParaRPr lang="en-IN" dirty="0"/>
          </a:p>
        </p:txBody>
      </p:sp>
      <p:sp>
        <p:nvSpPr>
          <p:cNvPr id="24" name="Text Placeholder 1030"/>
          <p:cNvSpPr>
            <a:spLocks noGrp="1"/>
          </p:cNvSpPr>
          <p:nvPr>
            <p:ph type="body" sz="quarter" idx="11" hasCustomPrompt="1"/>
          </p:nvPr>
        </p:nvSpPr>
        <p:spPr bwMode="gray">
          <a:xfrm>
            <a:off x="399133" y="5252919"/>
            <a:ext cx="4858623" cy="463576"/>
          </a:xfrm>
          <a:prstGeom prst="rect">
            <a:avLst/>
          </a:prstGeom>
        </p:spPr>
        <p:txBody>
          <a:bodyPr anchor="ctr">
            <a:normAutofit/>
          </a:bodyPr>
          <a:lstStyle>
            <a:lvl1pPr marL="0" indent="0">
              <a:buNone/>
              <a:defRPr sz="2400"/>
            </a:lvl1pPr>
            <a:lvl2pPr marL="457177" indent="0">
              <a:buNone/>
              <a:defRPr/>
            </a:lvl2pPr>
            <a:lvl3pPr marL="914353" indent="0">
              <a:buNone/>
              <a:defRPr/>
            </a:lvl3pPr>
            <a:lvl4pPr marL="1371531" indent="0">
              <a:buNone/>
              <a:defRPr/>
            </a:lvl4pPr>
            <a:lvl5pPr marL="1828709" indent="0">
              <a:buNone/>
              <a:defRPr/>
            </a:lvl5pPr>
          </a:lstStyle>
          <a:p>
            <a:pPr lvl="0"/>
            <a:r>
              <a:rPr lang="en-US" dirty="0"/>
              <a:t>Designation </a:t>
            </a:r>
            <a:endParaRPr lang="en-IN" dirty="0"/>
          </a:p>
        </p:txBody>
      </p:sp>
      <p:sp>
        <p:nvSpPr>
          <p:cNvPr id="26" name="Parallelogram 25"/>
          <p:cNvSpPr/>
          <p:nvPr userDrawn="1"/>
        </p:nvSpPr>
        <p:spPr bwMode="gray">
          <a:xfrm>
            <a:off x="5756786" y="3518"/>
            <a:ext cx="6435213" cy="6553269"/>
          </a:xfrm>
          <a:custGeom>
            <a:avLst/>
            <a:gdLst/>
            <a:ahLst/>
            <a:cxnLst/>
            <a:rect l="l" t="t" r="r" b="b"/>
            <a:pathLst>
              <a:path w="5048250" h="5140862">
                <a:moveTo>
                  <a:pt x="3013830" y="0"/>
                </a:moveTo>
                <a:lnTo>
                  <a:pt x="5048250" y="0"/>
                </a:lnTo>
                <a:lnTo>
                  <a:pt x="5048250" y="5140862"/>
                </a:lnTo>
                <a:lnTo>
                  <a:pt x="0" y="5140862"/>
                </a:lnTo>
                <a:close/>
              </a:path>
            </a:pathLst>
          </a:custGeom>
          <a:solidFill>
            <a:srgbClr val="0077BD"/>
          </a:solidFill>
          <a:ln>
            <a:noFill/>
          </a:ln>
        </p:spPr>
        <p:txBody>
          <a:bodyPr vert="horz" wrap="square" lIns="121920" tIns="60960" rIns="121920" bIns="60960" numCol="1" anchor="t" anchorCtr="0" compatLnSpc="1">
            <a:prstTxWarp prst="textNoShape">
              <a:avLst/>
            </a:prstTxWarp>
          </a:bodyPr>
          <a:lstStyle/>
          <a:p>
            <a:pPr lvl="0"/>
            <a:endParaRPr lang="en-IN" sz="2400">
              <a:solidFill>
                <a:schemeClr val="tx1"/>
              </a:solidFill>
            </a:endParaRPr>
          </a:p>
        </p:txBody>
      </p:sp>
      <p:sp>
        <p:nvSpPr>
          <p:cNvPr id="28" name="Picture Placeholder 3"/>
          <p:cNvSpPr>
            <a:spLocks noGrp="1"/>
          </p:cNvSpPr>
          <p:nvPr>
            <p:ph type="pic" sz="quarter" idx="14" hasCustomPrompt="1"/>
          </p:nvPr>
        </p:nvSpPr>
        <p:spPr bwMode="gray">
          <a:xfrm>
            <a:off x="5839351" y="-1"/>
            <a:ext cx="6352651" cy="6556788"/>
          </a:xfrm>
          <a:custGeom>
            <a:avLst/>
            <a:gdLst/>
            <a:ahLst/>
            <a:cxnLst/>
            <a:rect l="l" t="t" r="r" b="b"/>
            <a:pathLst>
              <a:path w="5052943" h="5125139">
                <a:moveTo>
                  <a:pt x="3057525" y="0"/>
                </a:moveTo>
                <a:lnTo>
                  <a:pt x="5048250" y="0"/>
                </a:lnTo>
                <a:lnTo>
                  <a:pt x="5048250" y="1"/>
                </a:lnTo>
                <a:lnTo>
                  <a:pt x="5048250" y="3152775"/>
                </a:lnTo>
                <a:lnTo>
                  <a:pt x="5052943" y="3152775"/>
                </a:lnTo>
                <a:lnTo>
                  <a:pt x="5052943" y="5125138"/>
                </a:lnTo>
                <a:lnTo>
                  <a:pt x="5048250" y="5125138"/>
                </a:lnTo>
                <a:lnTo>
                  <a:pt x="3057525" y="5125138"/>
                </a:lnTo>
                <a:lnTo>
                  <a:pt x="2052619" y="5125138"/>
                </a:lnTo>
                <a:lnTo>
                  <a:pt x="2052618" y="5125139"/>
                </a:lnTo>
                <a:lnTo>
                  <a:pt x="0" y="5125139"/>
                </a:lnTo>
                <a:lnTo>
                  <a:pt x="2995632" y="1"/>
                </a:lnTo>
                <a:lnTo>
                  <a:pt x="3057525" y="1"/>
                </a:lnTo>
                <a:close/>
              </a:path>
            </a:pathLst>
          </a:custGeom>
          <a:solidFill>
            <a:schemeClr val="bg1">
              <a:lumMod val="85000"/>
            </a:schemeClr>
          </a:solidFill>
        </p:spPr>
        <p:txBody>
          <a:bodyPr lIns="0" tIns="0" rIns="468000" bIns="0" anchor="ctr">
            <a:noAutofit/>
          </a:bodyPr>
          <a:lstStyle>
            <a:lvl1pPr marL="0" indent="0" algn="r">
              <a:buFont typeface="Arial" panose="020B0604020202020204" pitchFamily="34" charset="0"/>
              <a:buNone/>
              <a:defRPr lang="en-IN" sz="1867" i="1" dirty="0"/>
            </a:lvl1pPr>
          </a:lstStyle>
          <a:p>
            <a:r>
              <a:rPr lang="en-IN" dirty="0"/>
              <a:t>Click icon to add image</a:t>
            </a:r>
          </a:p>
        </p:txBody>
      </p:sp>
      <p:grpSp>
        <p:nvGrpSpPr>
          <p:cNvPr id="25" name="Group 24"/>
          <p:cNvGrpSpPr/>
          <p:nvPr userDrawn="1"/>
        </p:nvGrpSpPr>
        <p:grpSpPr bwMode="gray">
          <a:xfrm>
            <a:off x="1049700" y="1007106"/>
            <a:ext cx="1065707" cy="1126383"/>
            <a:chOff x="-3330575" y="3005138"/>
            <a:chExt cx="1533526" cy="1620837"/>
          </a:xfrm>
          <a:solidFill>
            <a:srgbClr val="003F72"/>
          </a:solidFill>
        </p:grpSpPr>
        <p:sp>
          <p:nvSpPr>
            <p:cNvPr id="27" name="Freeform 6"/>
            <p:cNvSpPr>
              <a:spLocks/>
            </p:cNvSpPr>
            <p:nvPr/>
          </p:nvSpPr>
          <p:spPr bwMode="gray">
            <a:xfrm>
              <a:off x="-3330575" y="3005138"/>
              <a:ext cx="1233488" cy="1620837"/>
            </a:xfrm>
            <a:custGeom>
              <a:avLst/>
              <a:gdLst>
                <a:gd name="T0" fmla="*/ 621 w 777"/>
                <a:gd name="T1" fmla="*/ 0 h 1021"/>
                <a:gd name="T2" fmla="*/ 0 w 777"/>
                <a:gd name="T3" fmla="*/ 1021 h 1021"/>
                <a:gd name="T4" fmla="*/ 621 w 777"/>
                <a:gd name="T5" fmla="*/ 1021 h 1021"/>
                <a:gd name="T6" fmla="*/ 777 w 777"/>
                <a:gd name="T7" fmla="*/ 785 h 1021"/>
                <a:gd name="T8" fmla="*/ 231 w 777"/>
                <a:gd name="T9" fmla="*/ 785 h 1021"/>
                <a:gd name="T10" fmla="*/ 699 w 777"/>
                <a:gd name="T11" fmla="*/ 0 h 1021"/>
                <a:gd name="T12" fmla="*/ 621 w 777"/>
                <a:gd name="T13" fmla="*/ 0 h 1021"/>
              </a:gdLst>
              <a:ahLst/>
              <a:cxnLst>
                <a:cxn ang="0">
                  <a:pos x="T0" y="T1"/>
                </a:cxn>
                <a:cxn ang="0">
                  <a:pos x="T2" y="T3"/>
                </a:cxn>
                <a:cxn ang="0">
                  <a:pos x="T4" y="T5"/>
                </a:cxn>
                <a:cxn ang="0">
                  <a:pos x="T6" y="T7"/>
                </a:cxn>
                <a:cxn ang="0">
                  <a:pos x="T8" y="T9"/>
                </a:cxn>
                <a:cxn ang="0">
                  <a:pos x="T10" y="T11"/>
                </a:cxn>
                <a:cxn ang="0">
                  <a:pos x="T12" y="T13"/>
                </a:cxn>
              </a:cxnLst>
              <a:rect l="0" t="0" r="r" b="b"/>
              <a:pathLst>
                <a:path w="777" h="1021">
                  <a:moveTo>
                    <a:pt x="621" y="0"/>
                  </a:moveTo>
                  <a:lnTo>
                    <a:pt x="0" y="1021"/>
                  </a:lnTo>
                  <a:lnTo>
                    <a:pt x="621" y="1021"/>
                  </a:lnTo>
                  <a:lnTo>
                    <a:pt x="777" y="785"/>
                  </a:lnTo>
                  <a:lnTo>
                    <a:pt x="231" y="785"/>
                  </a:lnTo>
                  <a:lnTo>
                    <a:pt x="699" y="0"/>
                  </a:lnTo>
                  <a:lnTo>
                    <a:pt x="62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46" tIns="45673" rIns="91346" bIns="45673" numCol="1" anchor="t" anchorCtr="0" compatLnSpc="1">
              <a:prstTxWarp prst="textNoShape">
                <a:avLst/>
              </a:prstTxWarp>
            </a:bodyPr>
            <a:lstStyle/>
            <a:p>
              <a:pPr defTabSz="913393"/>
              <a:endParaRPr lang="en-IN" sz="1797">
                <a:solidFill>
                  <a:prstClr val="black"/>
                </a:solidFill>
              </a:endParaRPr>
            </a:p>
          </p:txBody>
        </p:sp>
        <p:sp>
          <p:nvSpPr>
            <p:cNvPr id="29" name="Freeform 7"/>
            <p:cNvSpPr>
              <a:spLocks/>
            </p:cNvSpPr>
            <p:nvPr/>
          </p:nvSpPr>
          <p:spPr bwMode="gray">
            <a:xfrm>
              <a:off x="-2611437" y="3005138"/>
              <a:ext cx="814388" cy="1136650"/>
            </a:xfrm>
            <a:custGeom>
              <a:avLst/>
              <a:gdLst>
                <a:gd name="T0" fmla="*/ 435 w 513"/>
                <a:gd name="T1" fmla="*/ 0 h 716"/>
                <a:gd name="T2" fmla="*/ 513 w 513"/>
                <a:gd name="T3" fmla="*/ 0 h 716"/>
                <a:gd name="T4" fmla="*/ 78 w 513"/>
                <a:gd name="T5" fmla="*/ 716 h 716"/>
                <a:gd name="T6" fmla="*/ 0 w 513"/>
                <a:gd name="T7" fmla="*/ 716 h 716"/>
                <a:gd name="T8" fmla="*/ 435 w 513"/>
                <a:gd name="T9" fmla="*/ 0 h 716"/>
              </a:gdLst>
              <a:ahLst/>
              <a:cxnLst>
                <a:cxn ang="0">
                  <a:pos x="T0" y="T1"/>
                </a:cxn>
                <a:cxn ang="0">
                  <a:pos x="T2" y="T3"/>
                </a:cxn>
                <a:cxn ang="0">
                  <a:pos x="T4" y="T5"/>
                </a:cxn>
                <a:cxn ang="0">
                  <a:pos x="T6" y="T7"/>
                </a:cxn>
                <a:cxn ang="0">
                  <a:pos x="T8" y="T9"/>
                </a:cxn>
              </a:cxnLst>
              <a:rect l="0" t="0" r="r" b="b"/>
              <a:pathLst>
                <a:path w="513" h="716">
                  <a:moveTo>
                    <a:pt x="435" y="0"/>
                  </a:moveTo>
                  <a:lnTo>
                    <a:pt x="513" y="0"/>
                  </a:lnTo>
                  <a:lnTo>
                    <a:pt x="78" y="716"/>
                  </a:lnTo>
                  <a:lnTo>
                    <a:pt x="0" y="716"/>
                  </a:lnTo>
                  <a:lnTo>
                    <a:pt x="43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46" tIns="45673" rIns="91346" bIns="45673" numCol="1" anchor="t" anchorCtr="0" compatLnSpc="1">
              <a:prstTxWarp prst="textNoShape">
                <a:avLst/>
              </a:prstTxWarp>
            </a:bodyPr>
            <a:lstStyle/>
            <a:p>
              <a:pPr defTabSz="913393"/>
              <a:endParaRPr lang="en-IN" sz="1797">
                <a:solidFill>
                  <a:prstClr val="black"/>
                </a:solidFill>
              </a:endParaRPr>
            </a:p>
          </p:txBody>
        </p:sp>
      </p:grpSp>
      <p:grpSp>
        <p:nvGrpSpPr>
          <p:cNvPr id="30" name="Group 29"/>
          <p:cNvGrpSpPr/>
          <p:nvPr userDrawn="1"/>
        </p:nvGrpSpPr>
        <p:grpSpPr bwMode="gray">
          <a:xfrm>
            <a:off x="5412294" y="2199399"/>
            <a:ext cx="996725" cy="1078995"/>
            <a:chOff x="2301081" y="6662108"/>
            <a:chExt cx="1500188" cy="1624012"/>
          </a:xfrm>
          <a:solidFill>
            <a:srgbClr val="003F72"/>
          </a:solidFill>
        </p:grpSpPr>
        <p:sp>
          <p:nvSpPr>
            <p:cNvPr id="31" name="Freeform 8"/>
            <p:cNvSpPr>
              <a:spLocks/>
            </p:cNvSpPr>
            <p:nvPr/>
          </p:nvSpPr>
          <p:spPr bwMode="gray">
            <a:xfrm>
              <a:off x="2551906" y="6662108"/>
              <a:ext cx="1249363" cy="393700"/>
            </a:xfrm>
            <a:custGeom>
              <a:avLst/>
              <a:gdLst>
                <a:gd name="T0" fmla="*/ 402 w 787"/>
                <a:gd name="T1" fmla="*/ 248 h 248"/>
                <a:gd name="T2" fmla="*/ 633 w 787"/>
                <a:gd name="T3" fmla="*/ 248 h 248"/>
                <a:gd name="T4" fmla="*/ 787 w 787"/>
                <a:gd name="T5" fmla="*/ 0 h 248"/>
                <a:gd name="T6" fmla="*/ 151 w 787"/>
                <a:gd name="T7" fmla="*/ 0 h 248"/>
                <a:gd name="T8" fmla="*/ 0 w 787"/>
                <a:gd name="T9" fmla="*/ 246 h 248"/>
                <a:gd name="T10" fmla="*/ 402 w 787"/>
                <a:gd name="T11" fmla="*/ 248 h 248"/>
              </a:gdLst>
              <a:ahLst/>
              <a:cxnLst>
                <a:cxn ang="0">
                  <a:pos x="T0" y="T1"/>
                </a:cxn>
                <a:cxn ang="0">
                  <a:pos x="T2" y="T3"/>
                </a:cxn>
                <a:cxn ang="0">
                  <a:pos x="T4" y="T5"/>
                </a:cxn>
                <a:cxn ang="0">
                  <a:pos x="T6" y="T7"/>
                </a:cxn>
                <a:cxn ang="0">
                  <a:pos x="T8" y="T9"/>
                </a:cxn>
                <a:cxn ang="0">
                  <a:pos x="T10" y="T11"/>
                </a:cxn>
              </a:cxnLst>
              <a:rect l="0" t="0" r="r" b="b"/>
              <a:pathLst>
                <a:path w="787" h="248">
                  <a:moveTo>
                    <a:pt x="402" y="248"/>
                  </a:moveTo>
                  <a:lnTo>
                    <a:pt x="633" y="248"/>
                  </a:lnTo>
                  <a:lnTo>
                    <a:pt x="787" y="0"/>
                  </a:lnTo>
                  <a:lnTo>
                    <a:pt x="151" y="0"/>
                  </a:lnTo>
                  <a:lnTo>
                    <a:pt x="0" y="246"/>
                  </a:lnTo>
                  <a:lnTo>
                    <a:pt x="402" y="2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46" tIns="45673" rIns="91346" bIns="45673" numCol="1" anchor="t" anchorCtr="0" compatLnSpc="1">
              <a:prstTxWarp prst="textNoShape">
                <a:avLst/>
              </a:prstTxWarp>
            </a:bodyPr>
            <a:lstStyle/>
            <a:p>
              <a:pPr defTabSz="913393"/>
              <a:endParaRPr lang="en-IN" sz="1797">
                <a:solidFill>
                  <a:prstClr val="black"/>
                </a:solidFill>
              </a:endParaRPr>
            </a:p>
          </p:txBody>
        </p:sp>
        <p:sp>
          <p:nvSpPr>
            <p:cNvPr id="32" name="Freeform 9"/>
            <p:cNvSpPr>
              <a:spLocks/>
            </p:cNvSpPr>
            <p:nvPr/>
          </p:nvSpPr>
          <p:spPr bwMode="gray">
            <a:xfrm>
              <a:off x="2683669" y="7162170"/>
              <a:ext cx="809625" cy="1123950"/>
            </a:xfrm>
            <a:custGeom>
              <a:avLst/>
              <a:gdLst>
                <a:gd name="T0" fmla="*/ 435 w 510"/>
                <a:gd name="T1" fmla="*/ 0 h 708"/>
                <a:gd name="T2" fmla="*/ 510 w 510"/>
                <a:gd name="T3" fmla="*/ 0 h 708"/>
                <a:gd name="T4" fmla="*/ 78 w 510"/>
                <a:gd name="T5" fmla="*/ 708 h 708"/>
                <a:gd name="T6" fmla="*/ 0 w 510"/>
                <a:gd name="T7" fmla="*/ 708 h 708"/>
                <a:gd name="T8" fmla="*/ 435 w 510"/>
                <a:gd name="T9" fmla="*/ 0 h 708"/>
              </a:gdLst>
              <a:ahLst/>
              <a:cxnLst>
                <a:cxn ang="0">
                  <a:pos x="T0" y="T1"/>
                </a:cxn>
                <a:cxn ang="0">
                  <a:pos x="T2" y="T3"/>
                </a:cxn>
                <a:cxn ang="0">
                  <a:pos x="T4" y="T5"/>
                </a:cxn>
                <a:cxn ang="0">
                  <a:pos x="T6" y="T7"/>
                </a:cxn>
                <a:cxn ang="0">
                  <a:pos x="T8" y="T9"/>
                </a:cxn>
              </a:cxnLst>
              <a:rect l="0" t="0" r="r" b="b"/>
              <a:pathLst>
                <a:path w="510" h="708">
                  <a:moveTo>
                    <a:pt x="435" y="0"/>
                  </a:moveTo>
                  <a:lnTo>
                    <a:pt x="510" y="0"/>
                  </a:lnTo>
                  <a:lnTo>
                    <a:pt x="78" y="708"/>
                  </a:lnTo>
                  <a:lnTo>
                    <a:pt x="0" y="708"/>
                  </a:lnTo>
                  <a:lnTo>
                    <a:pt x="43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46" tIns="45673" rIns="91346" bIns="45673" numCol="1" anchor="t" anchorCtr="0" compatLnSpc="1">
              <a:prstTxWarp prst="textNoShape">
                <a:avLst/>
              </a:prstTxWarp>
            </a:bodyPr>
            <a:lstStyle/>
            <a:p>
              <a:pPr defTabSz="913393"/>
              <a:endParaRPr lang="en-IN" sz="1797">
                <a:solidFill>
                  <a:prstClr val="black"/>
                </a:solidFill>
              </a:endParaRPr>
            </a:p>
          </p:txBody>
        </p:sp>
        <p:sp>
          <p:nvSpPr>
            <p:cNvPr id="33" name="Freeform 10"/>
            <p:cNvSpPr>
              <a:spLocks/>
            </p:cNvSpPr>
            <p:nvPr/>
          </p:nvSpPr>
          <p:spPr bwMode="gray">
            <a:xfrm>
              <a:off x="2301081" y="7162170"/>
              <a:ext cx="803275" cy="1123950"/>
            </a:xfrm>
            <a:custGeom>
              <a:avLst/>
              <a:gdLst>
                <a:gd name="T0" fmla="*/ 430 w 506"/>
                <a:gd name="T1" fmla="*/ 0 h 708"/>
                <a:gd name="T2" fmla="*/ 506 w 506"/>
                <a:gd name="T3" fmla="*/ 0 h 708"/>
                <a:gd name="T4" fmla="*/ 76 w 506"/>
                <a:gd name="T5" fmla="*/ 708 h 708"/>
                <a:gd name="T6" fmla="*/ 0 w 506"/>
                <a:gd name="T7" fmla="*/ 708 h 708"/>
                <a:gd name="T8" fmla="*/ 430 w 506"/>
                <a:gd name="T9" fmla="*/ 0 h 708"/>
              </a:gdLst>
              <a:ahLst/>
              <a:cxnLst>
                <a:cxn ang="0">
                  <a:pos x="T0" y="T1"/>
                </a:cxn>
                <a:cxn ang="0">
                  <a:pos x="T2" y="T3"/>
                </a:cxn>
                <a:cxn ang="0">
                  <a:pos x="T4" y="T5"/>
                </a:cxn>
                <a:cxn ang="0">
                  <a:pos x="T6" y="T7"/>
                </a:cxn>
                <a:cxn ang="0">
                  <a:pos x="T8" y="T9"/>
                </a:cxn>
              </a:cxnLst>
              <a:rect l="0" t="0" r="r" b="b"/>
              <a:pathLst>
                <a:path w="506" h="708">
                  <a:moveTo>
                    <a:pt x="430" y="0"/>
                  </a:moveTo>
                  <a:lnTo>
                    <a:pt x="506" y="0"/>
                  </a:lnTo>
                  <a:lnTo>
                    <a:pt x="76" y="708"/>
                  </a:lnTo>
                  <a:lnTo>
                    <a:pt x="0" y="708"/>
                  </a:lnTo>
                  <a:lnTo>
                    <a:pt x="43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46" tIns="45673" rIns="91346" bIns="45673" numCol="1" anchor="t" anchorCtr="0" compatLnSpc="1">
              <a:prstTxWarp prst="textNoShape">
                <a:avLst/>
              </a:prstTxWarp>
            </a:bodyPr>
            <a:lstStyle/>
            <a:p>
              <a:pPr defTabSz="913393"/>
              <a:endParaRPr lang="en-IN" sz="1797">
                <a:solidFill>
                  <a:prstClr val="black"/>
                </a:solidFill>
              </a:endParaRPr>
            </a:p>
          </p:txBody>
        </p:sp>
      </p:grpSp>
      <p:sp>
        <p:nvSpPr>
          <p:cNvPr id="112" name="Freeform 17"/>
          <p:cNvSpPr>
            <a:spLocks/>
          </p:cNvSpPr>
          <p:nvPr userDrawn="1"/>
        </p:nvSpPr>
        <p:spPr bwMode="gray">
          <a:xfrm>
            <a:off x="1" y="3530451"/>
            <a:ext cx="3210233" cy="767632"/>
          </a:xfrm>
          <a:custGeom>
            <a:avLst/>
            <a:gdLst/>
            <a:ahLst/>
            <a:cxnLst/>
            <a:rect l="l" t="t" r="r" b="b"/>
            <a:pathLst>
              <a:path w="2402984" h="575724">
                <a:moveTo>
                  <a:pt x="0" y="0"/>
                </a:moveTo>
                <a:lnTo>
                  <a:pt x="2402984" y="0"/>
                </a:lnTo>
                <a:lnTo>
                  <a:pt x="2052676" y="575724"/>
                </a:lnTo>
                <a:lnTo>
                  <a:pt x="0" y="575724"/>
                </a:lnTo>
                <a:close/>
              </a:path>
            </a:pathLst>
          </a:custGeom>
          <a:solidFill>
            <a:srgbClr val="003F72"/>
          </a:solidFill>
          <a:ln>
            <a:noFill/>
          </a:ln>
        </p:spPr>
        <p:txBody>
          <a:bodyPr vert="horz" wrap="square" lIns="121920" tIns="60960" rIns="121920" bIns="60960" numCol="1" anchor="t" anchorCtr="0" compatLnSpc="1">
            <a:prstTxWarp prst="textNoShape">
              <a:avLst/>
            </a:prstTxWarp>
          </a:bodyPr>
          <a:lstStyle/>
          <a:p>
            <a:endParaRPr lang="en-IN" sz="2400"/>
          </a:p>
        </p:txBody>
      </p:sp>
      <p:grpSp>
        <p:nvGrpSpPr>
          <p:cNvPr id="113" name="Group 5"/>
          <p:cNvGrpSpPr>
            <a:grpSpLocks noChangeAspect="1"/>
          </p:cNvGrpSpPr>
          <p:nvPr userDrawn="1"/>
        </p:nvGrpSpPr>
        <p:grpSpPr bwMode="gray">
          <a:xfrm>
            <a:off x="399132" y="3731182"/>
            <a:ext cx="2240485" cy="336381"/>
            <a:chOff x="119" y="2341"/>
            <a:chExt cx="1805" cy="271"/>
          </a:xfrm>
        </p:grpSpPr>
        <p:sp>
          <p:nvSpPr>
            <p:cNvPr id="114" name="Freeform 6"/>
            <p:cNvSpPr>
              <a:spLocks noEditPoints="1"/>
            </p:cNvSpPr>
            <p:nvPr userDrawn="1"/>
          </p:nvSpPr>
          <p:spPr bwMode="gray">
            <a:xfrm>
              <a:off x="119" y="2341"/>
              <a:ext cx="270" cy="271"/>
            </a:xfrm>
            <a:custGeom>
              <a:avLst/>
              <a:gdLst>
                <a:gd name="T0" fmla="*/ 57 w 114"/>
                <a:gd name="T1" fmla="*/ 0 h 115"/>
                <a:gd name="T2" fmla="*/ 114 w 114"/>
                <a:gd name="T3" fmla="*/ 58 h 115"/>
                <a:gd name="T4" fmla="*/ 57 w 114"/>
                <a:gd name="T5" fmla="*/ 115 h 115"/>
                <a:gd name="T6" fmla="*/ 0 w 114"/>
                <a:gd name="T7" fmla="*/ 58 h 115"/>
                <a:gd name="T8" fmla="*/ 57 w 114"/>
                <a:gd name="T9" fmla="*/ 0 h 115"/>
                <a:gd name="T10" fmla="*/ 49 w 114"/>
                <a:gd name="T11" fmla="*/ 107 h 115"/>
                <a:gd name="T12" fmla="*/ 73 w 114"/>
                <a:gd name="T13" fmla="*/ 65 h 115"/>
                <a:gd name="T14" fmla="*/ 57 w 114"/>
                <a:gd name="T15" fmla="*/ 65 h 115"/>
                <a:gd name="T16" fmla="*/ 65 w 114"/>
                <a:gd name="T17" fmla="*/ 51 h 115"/>
                <a:gd name="T18" fmla="*/ 104 w 114"/>
                <a:gd name="T19" fmla="*/ 51 h 115"/>
                <a:gd name="T20" fmla="*/ 96 w 114"/>
                <a:gd name="T21" fmla="*/ 65 h 115"/>
                <a:gd name="T22" fmla="*/ 82 w 114"/>
                <a:gd name="T23" fmla="*/ 65 h 115"/>
                <a:gd name="T24" fmla="*/ 57 w 114"/>
                <a:gd name="T25" fmla="*/ 108 h 115"/>
                <a:gd name="T26" fmla="*/ 107 w 114"/>
                <a:gd name="T27" fmla="*/ 58 h 115"/>
                <a:gd name="T28" fmla="*/ 57 w 114"/>
                <a:gd name="T29" fmla="*/ 8 h 115"/>
                <a:gd name="T30" fmla="*/ 51 w 114"/>
                <a:gd name="T31" fmla="*/ 8 h 115"/>
                <a:gd name="T32" fmla="*/ 26 w 114"/>
                <a:gd name="T33" fmla="*/ 51 h 115"/>
                <a:gd name="T34" fmla="*/ 57 w 114"/>
                <a:gd name="T35" fmla="*/ 51 h 115"/>
                <a:gd name="T36" fmla="*/ 49 w 114"/>
                <a:gd name="T37" fmla="*/ 65 h 115"/>
                <a:gd name="T38" fmla="*/ 10 w 114"/>
                <a:gd name="T39" fmla="*/ 65 h 115"/>
                <a:gd name="T40" fmla="*/ 41 w 114"/>
                <a:gd name="T41" fmla="*/ 10 h 115"/>
                <a:gd name="T42" fmla="*/ 7 w 114"/>
                <a:gd name="T43" fmla="*/ 58 h 115"/>
                <a:gd name="T44" fmla="*/ 49 w 114"/>
                <a:gd name="T45" fmla="*/ 107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14" h="115">
                  <a:moveTo>
                    <a:pt x="57" y="0"/>
                  </a:moveTo>
                  <a:cubicBezTo>
                    <a:pt x="88" y="0"/>
                    <a:pt x="114" y="26"/>
                    <a:pt x="114" y="58"/>
                  </a:cubicBezTo>
                  <a:cubicBezTo>
                    <a:pt x="114" y="89"/>
                    <a:pt x="88" y="115"/>
                    <a:pt x="57" y="115"/>
                  </a:cubicBezTo>
                  <a:cubicBezTo>
                    <a:pt x="25" y="115"/>
                    <a:pt x="0" y="89"/>
                    <a:pt x="0" y="58"/>
                  </a:cubicBezTo>
                  <a:cubicBezTo>
                    <a:pt x="0" y="26"/>
                    <a:pt x="25" y="0"/>
                    <a:pt x="57" y="0"/>
                  </a:cubicBezTo>
                  <a:moveTo>
                    <a:pt x="49" y="107"/>
                  </a:moveTo>
                  <a:cubicBezTo>
                    <a:pt x="73" y="65"/>
                    <a:pt x="73" y="65"/>
                    <a:pt x="73" y="65"/>
                  </a:cubicBezTo>
                  <a:cubicBezTo>
                    <a:pt x="57" y="65"/>
                    <a:pt x="57" y="65"/>
                    <a:pt x="57" y="65"/>
                  </a:cubicBezTo>
                  <a:cubicBezTo>
                    <a:pt x="65" y="51"/>
                    <a:pt x="65" y="51"/>
                    <a:pt x="65" y="51"/>
                  </a:cubicBezTo>
                  <a:cubicBezTo>
                    <a:pt x="104" y="51"/>
                    <a:pt x="104" y="51"/>
                    <a:pt x="104" y="51"/>
                  </a:cubicBezTo>
                  <a:cubicBezTo>
                    <a:pt x="96" y="65"/>
                    <a:pt x="96" y="65"/>
                    <a:pt x="96" y="65"/>
                  </a:cubicBezTo>
                  <a:cubicBezTo>
                    <a:pt x="82" y="65"/>
                    <a:pt x="82" y="65"/>
                    <a:pt x="82" y="65"/>
                  </a:cubicBezTo>
                  <a:cubicBezTo>
                    <a:pt x="57" y="108"/>
                    <a:pt x="57" y="108"/>
                    <a:pt x="57" y="108"/>
                  </a:cubicBezTo>
                  <a:cubicBezTo>
                    <a:pt x="84" y="108"/>
                    <a:pt x="107" y="85"/>
                    <a:pt x="107" y="58"/>
                  </a:cubicBezTo>
                  <a:cubicBezTo>
                    <a:pt x="107" y="30"/>
                    <a:pt x="84" y="8"/>
                    <a:pt x="57" y="8"/>
                  </a:cubicBezTo>
                  <a:cubicBezTo>
                    <a:pt x="55" y="8"/>
                    <a:pt x="53" y="8"/>
                    <a:pt x="51" y="8"/>
                  </a:cubicBezTo>
                  <a:cubicBezTo>
                    <a:pt x="26" y="51"/>
                    <a:pt x="26" y="51"/>
                    <a:pt x="26" y="51"/>
                  </a:cubicBezTo>
                  <a:cubicBezTo>
                    <a:pt x="57" y="51"/>
                    <a:pt x="57" y="51"/>
                    <a:pt x="57" y="51"/>
                  </a:cubicBezTo>
                  <a:cubicBezTo>
                    <a:pt x="49" y="65"/>
                    <a:pt x="49" y="65"/>
                    <a:pt x="49" y="65"/>
                  </a:cubicBezTo>
                  <a:cubicBezTo>
                    <a:pt x="10" y="65"/>
                    <a:pt x="10" y="65"/>
                    <a:pt x="10" y="65"/>
                  </a:cubicBezTo>
                  <a:cubicBezTo>
                    <a:pt x="41" y="10"/>
                    <a:pt x="41" y="10"/>
                    <a:pt x="41" y="10"/>
                  </a:cubicBezTo>
                  <a:cubicBezTo>
                    <a:pt x="21" y="17"/>
                    <a:pt x="7" y="36"/>
                    <a:pt x="7" y="58"/>
                  </a:cubicBezTo>
                  <a:cubicBezTo>
                    <a:pt x="7" y="83"/>
                    <a:pt x="25" y="103"/>
                    <a:pt x="49" y="107"/>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2400"/>
            </a:p>
          </p:txBody>
        </p:sp>
        <p:sp>
          <p:nvSpPr>
            <p:cNvPr id="115" name="Freeform 7"/>
            <p:cNvSpPr>
              <a:spLocks noEditPoints="1"/>
            </p:cNvSpPr>
            <p:nvPr userDrawn="1"/>
          </p:nvSpPr>
          <p:spPr bwMode="gray">
            <a:xfrm>
              <a:off x="457" y="2426"/>
              <a:ext cx="1467" cy="125"/>
            </a:xfrm>
            <a:custGeom>
              <a:avLst/>
              <a:gdLst>
                <a:gd name="T0" fmla="*/ 55 w 621"/>
                <a:gd name="T1" fmla="*/ 34 h 53"/>
                <a:gd name="T2" fmla="*/ 53 w 621"/>
                <a:gd name="T3" fmla="*/ 18 h 53"/>
                <a:gd name="T4" fmla="*/ 35 w 621"/>
                <a:gd name="T5" fmla="*/ 7 h 53"/>
                <a:gd name="T6" fmla="*/ 29 w 621"/>
                <a:gd name="T7" fmla="*/ 38 h 53"/>
                <a:gd name="T8" fmla="*/ 45 w 621"/>
                <a:gd name="T9" fmla="*/ 35 h 53"/>
                <a:gd name="T10" fmla="*/ 40 w 621"/>
                <a:gd name="T11" fmla="*/ 24 h 53"/>
                <a:gd name="T12" fmla="*/ 42 w 621"/>
                <a:gd name="T13" fmla="*/ 9 h 53"/>
                <a:gd name="T14" fmla="*/ 81 w 621"/>
                <a:gd name="T15" fmla="*/ 9 h 53"/>
                <a:gd name="T16" fmla="*/ 139 w 621"/>
                <a:gd name="T17" fmla="*/ 9 h 53"/>
                <a:gd name="T18" fmla="*/ 144 w 621"/>
                <a:gd name="T19" fmla="*/ 13 h 53"/>
                <a:gd name="T20" fmla="*/ 155 w 621"/>
                <a:gd name="T21" fmla="*/ 40 h 53"/>
                <a:gd name="T22" fmla="*/ 145 w 621"/>
                <a:gd name="T23" fmla="*/ 18 h 53"/>
                <a:gd name="T24" fmla="*/ 174 w 621"/>
                <a:gd name="T25" fmla="*/ 13 h 53"/>
                <a:gd name="T26" fmla="*/ 182 w 621"/>
                <a:gd name="T27" fmla="*/ 35 h 53"/>
                <a:gd name="T28" fmla="*/ 181 w 621"/>
                <a:gd name="T29" fmla="*/ 18 h 53"/>
                <a:gd name="T30" fmla="*/ 205 w 621"/>
                <a:gd name="T31" fmla="*/ 18 h 53"/>
                <a:gd name="T32" fmla="*/ 217 w 621"/>
                <a:gd name="T33" fmla="*/ 21 h 53"/>
                <a:gd name="T34" fmla="*/ 187 w 621"/>
                <a:gd name="T35" fmla="*/ 41 h 53"/>
                <a:gd name="T36" fmla="*/ 243 w 621"/>
                <a:gd name="T37" fmla="*/ 22 h 53"/>
                <a:gd name="T38" fmla="*/ 241 w 621"/>
                <a:gd name="T39" fmla="*/ 12 h 53"/>
                <a:gd name="T40" fmla="*/ 269 w 621"/>
                <a:gd name="T41" fmla="*/ 36 h 53"/>
                <a:gd name="T42" fmla="*/ 276 w 621"/>
                <a:gd name="T43" fmla="*/ 20 h 53"/>
                <a:gd name="T44" fmla="*/ 260 w 621"/>
                <a:gd name="T45" fmla="*/ 17 h 53"/>
                <a:gd name="T46" fmla="*/ 284 w 621"/>
                <a:gd name="T47" fmla="*/ 19 h 53"/>
                <a:gd name="T48" fmla="*/ 314 w 621"/>
                <a:gd name="T49" fmla="*/ 35 h 53"/>
                <a:gd name="T50" fmla="*/ 326 w 621"/>
                <a:gd name="T51" fmla="*/ 22 h 53"/>
                <a:gd name="T52" fmla="*/ 305 w 621"/>
                <a:gd name="T53" fmla="*/ 22 h 53"/>
                <a:gd name="T54" fmla="*/ 330 w 621"/>
                <a:gd name="T55" fmla="*/ 15 h 53"/>
                <a:gd name="T56" fmla="*/ 367 w 621"/>
                <a:gd name="T57" fmla="*/ 17 h 53"/>
                <a:gd name="T58" fmla="*/ 340 w 621"/>
                <a:gd name="T59" fmla="*/ 19 h 53"/>
                <a:gd name="T60" fmla="*/ 357 w 621"/>
                <a:gd name="T61" fmla="*/ 36 h 53"/>
                <a:gd name="T62" fmla="*/ 358 w 621"/>
                <a:gd name="T63" fmla="*/ 24 h 53"/>
                <a:gd name="T64" fmla="*/ 346 w 621"/>
                <a:gd name="T65" fmla="*/ 23 h 53"/>
                <a:gd name="T66" fmla="*/ 373 w 621"/>
                <a:gd name="T67" fmla="*/ 47 h 53"/>
                <a:gd name="T68" fmla="*/ 383 w 621"/>
                <a:gd name="T69" fmla="*/ 45 h 53"/>
                <a:gd name="T70" fmla="*/ 430 w 621"/>
                <a:gd name="T71" fmla="*/ 2 h 53"/>
                <a:gd name="T72" fmla="*/ 433 w 621"/>
                <a:gd name="T73" fmla="*/ 27 h 53"/>
                <a:gd name="T74" fmla="*/ 420 w 621"/>
                <a:gd name="T75" fmla="*/ 41 h 53"/>
                <a:gd name="T76" fmla="*/ 433 w 621"/>
                <a:gd name="T77" fmla="*/ 18 h 53"/>
                <a:gd name="T78" fmla="*/ 443 w 621"/>
                <a:gd name="T79" fmla="*/ 10 h 53"/>
                <a:gd name="T80" fmla="*/ 449 w 621"/>
                <a:gd name="T81" fmla="*/ 19 h 53"/>
                <a:gd name="T82" fmla="*/ 466 w 621"/>
                <a:gd name="T83" fmla="*/ 36 h 53"/>
                <a:gd name="T84" fmla="*/ 466 w 621"/>
                <a:gd name="T85" fmla="*/ 19 h 53"/>
                <a:gd name="T86" fmla="*/ 492 w 621"/>
                <a:gd name="T87" fmla="*/ 20 h 53"/>
                <a:gd name="T88" fmla="*/ 488 w 621"/>
                <a:gd name="T89" fmla="*/ 18 h 53"/>
                <a:gd name="T90" fmla="*/ 511 w 621"/>
                <a:gd name="T91" fmla="*/ 33 h 53"/>
                <a:gd name="T92" fmla="*/ 535 w 621"/>
                <a:gd name="T93" fmla="*/ 8 h 53"/>
                <a:gd name="T94" fmla="*/ 546 w 621"/>
                <a:gd name="T95" fmla="*/ 23 h 53"/>
                <a:gd name="T96" fmla="*/ 558 w 621"/>
                <a:gd name="T97" fmla="*/ 36 h 53"/>
                <a:gd name="T98" fmla="*/ 567 w 621"/>
                <a:gd name="T99" fmla="*/ 19 h 53"/>
                <a:gd name="T100" fmla="*/ 571 w 621"/>
                <a:gd name="T101" fmla="*/ 19 h 53"/>
                <a:gd name="T102" fmla="*/ 588 w 621"/>
                <a:gd name="T103" fmla="*/ 36 h 53"/>
                <a:gd name="T104" fmla="*/ 588 w 621"/>
                <a:gd name="T105" fmla="*/ 19 h 53"/>
                <a:gd name="T106" fmla="*/ 604 w 621"/>
                <a:gd name="T107" fmla="*/ 15 h 53"/>
                <a:gd name="T108" fmla="*/ 609 w 621"/>
                <a:gd name="T109" fmla="*/ 36 h 53"/>
                <a:gd name="T110" fmla="*/ 613 w 621"/>
                <a:gd name="T111" fmla="*/ 40 h 53"/>
                <a:gd name="T112" fmla="*/ 609 w 621"/>
                <a:gd name="T113" fmla="*/ 19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21" h="53">
                  <a:moveTo>
                    <a:pt x="0" y="41"/>
                  </a:moveTo>
                  <a:cubicBezTo>
                    <a:pt x="22" y="41"/>
                    <a:pt x="22" y="41"/>
                    <a:pt x="22" y="41"/>
                  </a:cubicBezTo>
                  <a:cubicBezTo>
                    <a:pt x="24" y="35"/>
                    <a:pt x="24" y="35"/>
                    <a:pt x="24" y="35"/>
                  </a:cubicBezTo>
                  <a:cubicBezTo>
                    <a:pt x="9" y="35"/>
                    <a:pt x="9" y="35"/>
                    <a:pt x="9" y="35"/>
                  </a:cubicBezTo>
                  <a:cubicBezTo>
                    <a:pt x="16" y="3"/>
                    <a:pt x="16" y="3"/>
                    <a:pt x="16" y="3"/>
                  </a:cubicBezTo>
                  <a:cubicBezTo>
                    <a:pt x="8" y="3"/>
                    <a:pt x="8" y="3"/>
                    <a:pt x="8" y="3"/>
                  </a:cubicBezTo>
                  <a:lnTo>
                    <a:pt x="0" y="41"/>
                  </a:lnTo>
                  <a:close/>
                  <a:moveTo>
                    <a:pt x="51" y="41"/>
                  </a:moveTo>
                  <a:cubicBezTo>
                    <a:pt x="59" y="41"/>
                    <a:pt x="59" y="41"/>
                    <a:pt x="59" y="41"/>
                  </a:cubicBezTo>
                  <a:cubicBezTo>
                    <a:pt x="55" y="34"/>
                    <a:pt x="55" y="34"/>
                    <a:pt x="55" y="34"/>
                  </a:cubicBezTo>
                  <a:cubicBezTo>
                    <a:pt x="56" y="33"/>
                    <a:pt x="57" y="32"/>
                    <a:pt x="58" y="30"/>
                  </a:cubicBezTo>
                  <a:cubicBezTo>
                    <a:pt x="59" y="29"/>
                    <a:pt x="60" y="27"/>
                    <a:pt x="60" y="25"/>
                  </a:cubicBezTo>
                  <a:cubicBezTo>
                    <a:pt x="61" y="24"/>
                    <a:pt x="61" y="22"/>
                    <a:pt x="61" y="20"/>
                  </a:cubicBezTo>
                  <a:cubicBezTo>
                    <a:pt x="55" y="20"/>
                    <a:pt x="55" y="20"/>
                    <a:pt x="55" y="20"/>
                  </a:cubicBezTo>
                  <a:cubicBezTo>
                    <a:pt x="55" y="21"/>
                    <a:pt x="55" y="22"/>
                    <a:pt x="54" y="23"/>
                  </a:cubicBezTo>
                  <a:cubicBezTo>
                    <a:pt x="54" y="24"/>
                    <a:pt x="54" y="25"/>
                    <a:pt x="53" y="26"/>
                  </a:cubicBezTo>
                  <a:cubicBezTo>
                    <a:pt x="53" y="27"/>
                    <a:pt x="52" y="28"/>
                    <a:pt x="51" y="29"/>
                  </a:cubicBezTo>
                  <a:cubicBezTo>
                    <a:pt x="46" y="21"/>
                    <a:pt x="46" y="21"/>
                    <a:pt x="46" y="21"/>
                  </a:cubicBezTo>
                  <a:cubicBezTo>
                    <a:pt x="47" y="21"/>
                    <a:pt x="48" y="20"/>
                    <a:pt x="50" y="20"/>
                  </a:cubicBezTo>
                  <a:cubicBezTo>
                    <a:pt x="51" y="19"/>
                    <a:pt x="52" y="18"/>
                    <a:pt x="53" y="18"/>
                  </a:cubicBezTo>
                  <a:cubicBezTo>
                    <a:pt x="54" y="17"/>
                    <a:pt x="55" y="16"/>
                    <a:pt x="55" y="15"/>
                  </a:cubicBezTo>
                  <a:cubicBezTo>
                    <a:pt x="56" y="14"/>
                    <a:pt x="56" y="12"/>
                    <a:pt x="56" y="11"/>
                  </a:cubicBezTo>
                  <a:cubicBezTo>
                    <a:pt x="56" y="10"/>
                    <a:pt x="56" y="8"/>
                    <a:pt x="55" y="7"/>
                  </a:cubicBezTo>
                  <a:cubicBezTo>
                    <a:pt x="55" y="7"/>
                    <a:pt x="54" y="6"/>
                    <a:pt x="53" y="5"/>
                  </a:cubicBezTo>
                  <a:cubicBezTo>
                    <a:pt x="53" y="4"/>
                    <a:pt x="52" y="4"/>
                    <a:pt x="51" y="3"/>
                  </a:cubicBezTo>
                  <a:cubicBezTo>
                    <a:pt x="50" y="3"/>
                    <a:pt x="49" y="3"/>
                    <a:pt x="48" y="2"/>
                  </a:cubicBezTo>
                  <a:cubicBezTo>
                    <a:pt x="47" y="2"/>
                    <a:pt x="46" y="2"/>
                    <a:pt x="45" y="2"/>
                  </a:cubicBezTo>
                  <a:cubicBezTo>
                    <a:pt x="44" y="2"/>
                    <a:pt x="42" y="2"/>
                    <a:pt x="41" y="3"/>
                  </a:cubicBezTo>
                  <a:cubicBezTo>
                    <a:pt x="40" y="3"/>
                    <a:pt x="39" y="4"/>
                    <a:pt x="37" y="4"/>
                  </a:cubicBezTo>
                  <a:cubicBezTo>
                    <a:pt x="36" y="5"/>
                    <a:pt x="35" y="6"/>
                    <a:pt x="35" y="7"/>
                  </a:cubicBezTo>
                  <a:cubicBezTo>
                    <a:pt x="34" y="9"/>
                    <a:pt x="34" y="10"/>
                    <a:pt x="34" y="12"/>
                  </a:cubicBezTo>
                  <a:cubicBezTo>
                    <a:pt x="34" y="13"/>
                    <a:pt x="34" y="14"/>
                    <a:pt x="34" y="15"/>
                  </a:cubicBezTo>
                  <a:cubicBezTo>
                    <a:pt x="34" y="15"/>
                    <a:pt x="35" y="16"/>
                    <a:pt x="35" y="17"/>
                  </a:cubicBezTo>
                  <a:cubicBezTo>
                    <a:pt x="36" y="17"/>
                    <a:pt x="36" y="18"/>
                    <a:pt x="37" y="19"/>
                  </a:cubicBezTo>
                  <a:cubicBezTo>
                    <a:pt x="35" y="19"/>
                    <a:pt x="34" y="20"/>
                    <a:pt x="33" y="21"/>
                  </a:cubicBezTo>
                  <a:cubicBezTo>
                    <a:pt x="31" y="21"/>
                    <a:pt x="30" y="22"/>
                    <a:pt x="29" y="23"/>
                  </a:cubicBezTo>
                  <a:cubicBezTo>
                    <a:pt x="28" y="24"/>
                    <a:pt x="27" y="25"/>
                    <a:pt x="27" y="26"/>
                  </a:cubicBezTo>
                  <a:cubicBezTo>
                    <a:pt x="26" y="28"/>
                    <a:pt x="26" y="29"/>
                    <a:pt x="26" y="31"/>
                  </a:cubicBezTo>
                  <a:cubicBezTo>
                    <a:pt x="26" y="32"/>
                    <a:pt x="26" y="34"/>
                    <a:pt x="27" y="35"/>
                  </a:cubicBezTo>
                  <a:cubicBezTo>
                    <a:pt x="27" y="36"/>
                    <a:pt x="28" y="37"/>
                    <a:pt x="29" y="38"/>
                  </a:cubicBezTo>
                  <a:cubicBezTo>
                    <a:pt x="30" y="39"/>
                    <a:pt x="31" y="39"/>
                    <a:pt x="32" y="40"/>
                  </a:cubicBezTo>
                  <a:cubicBezTo>
                    <a:pt x="33" y="41"/>
                    <a:pt x="34" y="41"/>
                    <a:pt x="35" y="41"/>
                  </a:cubicBezTo>
                  <a:cubicBezTo>
                    <a:pt x="37" y="41"/>
                    <a:pt x="38" y="42"/>
                    <a:pt x="39" y="42"/>
                  </a:cubicBezTo>
                  <a:cubicBezTo>
                    <a:pt x="40" y="42"/>
                    <a:pt x="41" y="42"/>
                    <a:pt x="42" y="41"/>
                  </a:cubicBezTo>
                  <a:cubicBezTo>
                    <a:pt x="43" y="41"/>
                    <a:pt x="44" y="41"/>
                    <a:pt x="45" y="41"/>
                  </a:cubicBezTo>
                  <a:cubicBezTo>
                    <a:pt x="46" y="41"/>
                    <a:pt x="47" y="40"/>
                    <a:pt x="48" y="40"/>
                  </a:cubicBezTo>
                  <a:cubicBezTo>
                    <a:pt x="48" y="40"/>
                    <a:pt x="49" y="39"/>
                    <a:pt x="50" y="39"/>
                  </a:cubicBezTo>
                  <a:lnTo>
                    <a:pt x="51" y="41"/>
                  </a:lnTo>
                  <a:close/>
                  <a:moveTo>
                    <a:pt x="47" y="34"/>
                  </a:moveTo>
                  <a:cubicBezTo>
                    <a:pt x="46" y="34"/>
                    <a:pt x="45" y="35"/>
                    <a:pt x="45" y="35"/>
                  </a:cubicBezTo>
                  <a:cubicBezTo>
                    <a:pt x="44" y="35"/>
                    <a:pt x="43" y="36"/>
                    <a:pt x="42" y="36"/>
                  </a:cubicBezTo>
                  <a:cubicBezTo>
                    <a:pt x="42" y="36"/>
                    <a:pt x="41" y="36"/>
                    <a:pt x="40" y="36"/>
                  </a:cubicBezTo>
                  <a:cubicBezTo>
                    <a:pt x="39" y="36"/>
                    <a:pt x="38" y="36"/>
                    <a:pt x="38" y="36"/>
                  </a:cubicBezTo>
                  <a:cubicBezTo>
                    <a:pt x="37" y="35"/>
                    <a:pt x="36" y="35"/>
                    <a:pt x="35" y="35"/>
                  </a:cubicBezTo>
                  <a:cubicBezTo>
                    <a:pt x="35" y="34"/>
                    <a:pt x="34" y="34"/>
                    <a:pt x="34" y="33"/>
                  </a:cubicBezTo>
                  <a:cubicBezTo>
                    <a:pt x="34" y="32"/>
                    <a:pt x="33" y="31"/>
                    <a:pt x="33" y="30"/>
                  </a:cubicBezTo>
                  <a:cubicBezTo>
                    <a:pt x="33" y="29"/>
                    <a:pt x="34" y="29"/>
                    <a:pt x="34" y="28"/>
                  </a:cubicBezTo>
                  <a:cubicBezTo>
                    <a:pt x="34" y="27"/>
                    <a:pt x="35" y="27"/>
                    <a:pt x="35" y="26"/>
                  </a:cubicBezTo>
                  <a:cubicBezTo>
                    <a:pt x="36" y="25"/>
                    <a:pt x="37" y="25"/>
                    <a:pt x="37" y="25"/>
                  </a:cubicBezTo>
                  <a:cubicBezTo>
                    <a:pt x="38" y="24"/>
                    <a:pt x="39" y="24"/>
                    <a:pt x="40" y="24"/>
                  </a:cubicBezTo>
                  <a:lnTo>
                    <a:pt x="47" y="34"/>
                  </a:lnTo>
                  <a:close/>
                  <a:moveTo>
                    <a:pt x="50" y="11"/>
                  </a:moveTo>
                  <a:cubicBezTo>
                    <a:pt x="50" y="12"/>
                    <a:pt x="49" y="12"/>
                    <a:pt x="49" y="13"/>
                  </a:cubicBezTo>
                  <a:cubicBezTo>
                    <a:pt x="48" y="14"/>
                    <a:pt x="48" y="14"/>
                    <a:pt x="47" y="15"/>
                  </a:cubicBezTo>
                  <a:cubicBezTo>
                    <a:pt x="47" y="15"/>
                    <a:pt x="46" y="16"/>
                    <a:pt x="45" y="16"/>
                  </a:cubicBezTo>
                  <a:cubicBezTo>
                    <a:pt x="44" y="16"/>
                    <a:pt x="44" y="17"/>
                    <a:pt x="43" y="17"/>
                  </a:cubicBezTo>
                  <a:cubicBezTo>
                    <a:pt x="43" y="16"/>
                    <a:pt x="42" y="16"/>
                    <a:pt x="42" y="15"/>
                  </a:cubicBezTo>
                  <a:cubicBezTo>
                    <a:pt x="42" y="15"/>
                    <a:pt x="41" y="14"/>
                    <a:pt x="41" y="14"/>
                  </a:cubicBezTo>
                  <a:cubicBezTo>
                    <a:pt x="41" y="13"/>
                    <a:pt x="41" y="12"/>
                    <a:pt x="41" y="12"/>
                  </a:cubicBezTo>
                  <a:cubicBezTo>
                    <a:pt x="41" y="11"/>
                    <a:pt x="41" y="10"/>
                    <a:pt x="42" y="9"/>
                  </a:cubicBezTo>
                  <a:cubicBezTo>
                    <a:pt x="42" y="9"/>
                    <a:pt x="43" y="8"/>
                    <a:pt x="43" y="8"/>
                  </a:cubicBezTo>
                  <a:cubicBezTo>
                    <a:pt x="44" y="8"/>
                    <a:pt x="45" y="7"/>
                    <a:pt x="46" y="7"/>
                  </a:cubicBezTo>
                  <a:cubicBezTo>
                    <a:pt x="46" y="7"/>
                    <a:pt x="47" y="7"/>
                    <a:pt x="48" y="8"/>
                  </a:cubicBezTo>
                  <a:cubicBezTo>
                    <a:pt x="48" y="8"/>
                    <a:pt x="49" y="8"/>
                    <a:pt x="49" y="9"/>
                  </a:cubicBezTo>
                  <a:cubicBezTo>
                    <a:pt x="49" y="9"/>
                    <a:pt x="50" y="10"/>
                    <a:pt x="50" y="11"/>
                  </a:cubicBezTo>
                  <a:moveTo>
                    <a:pt x="62" y="9"/>
                  </a:moveTo>
                  <a:cubicBezTo>
                    <a:pt x="73" y="9"/>
                    <a:pt x="73" y="9"/>
                    <a:pt x="73" y="9"/>
                  </a:cubicBezTo>
                  <a:cubicBezTo>
                    <a:pt x="66" y="41"/>
                    <a:pt x="66" y="41"/>
                    <a:pt x="66" y="41"/>
                  </a:cubicBezTo>
                  <a:cubicBezTo>
                    <a:pt x="74" y="41"/>
                    <a:pt x="74" y="41"/>
                    <a:pt x="74" y="41"/>
                  </a:cubicBezTo>
                  <a:cubicBezTo>
                    <a:pt x="81" y="9"/>
                    <a:pt x="81" y="9"/>
                    <a:pt x="81" y="9"/>
                  </a:cubicBezTo>
                  <a:cubicBezTo>
                    <a:pt x="92" y="9"/>
                    <a:pt x="92" y="9"/>
                    <a:pt x="92" y="9"/>
                  </a:cubicBezTo>
                  <a:cubicBezTo>
                    <a:pt x="93" y="3"/>
                    <a:pt x="93" y="3"/>
                    <a:pt x="93" y="3"/>
                  </a:cubicBezTo>
                  <a:cubicBezTo>
                    <a:pt x="64" y="3"/>
                    <a:pt x="64" y="3"/>
                    <a:pt x="64" y="3"/>
                  </a:cubicBezTo>
                  <a:lnTo>
                    <a:pt x="62" y="9"/>
                  </a:lnTo>
                  <a:close/>
                  <a:moveTo>
                    <a:pt x="109" y="9"/>
                  </a:moveTo>
                  <a:cubicBezTo>
                    <a:pt x="120" y="9"/>
                    <a:pt x="120" y="9"/>
                    <a:pt x="120" y="9"/>
                  </a:cubicBezTo>
                  <a:cubicBezTo>
                    <a:pt x="113" y="41"/>
                    <a:pt x="113" y="41"/>
                    <a:pt x="113" y="41"/>
                  </a:cubicBezTo>
                  <a:cubicBezTo>
                    <a:pt x="121" y="41"/>
                    <a:pt x="121" y="41"/>
                    <a:pt x="121" y="41"/>
                  </a:cubicBezTo>
                  <a:cubicBezTo>
                    <a:pt x="128" y="9"/>
                    <a:pt x="128" y="9"/>
                    <a:pt x="128" y="9"/>
                  </a:cubicBezTo>
                  <a:cubicBezTo>
                    <a:pt x="139" y="9"/>
                    <a:pt x="139" y="9"/>
                    <a:pt x="139" y="9"/>
                  </a:cubicBezTo>
                  <a:cubicBezTo>
                    <a:pt x="140" y="3"/>
                    <a:pt x="140" y="3"/>
                    <a:pt x="140" y="3"/>
                  </a:cubicBezTo>
                  <a:cubicBezTo>
                    <a:pt x="111" y="3"/>
                    <a:pt x="111" y="3"/>
                    <a:pt x="111" y="3"/>
                  </a:cubicBezTo>
                  <a:lnTo>
                    <a:pt x="109" y="9"/>
                  </a:lnTo>
                  <a:close/>
                  <a:moveTo>
                    <a:pt x="160" y="29"/>
                  </a:moveTo>
                  <a:cubicBezTo>
                    <a:pt x="160" y="28"/>
                    <a:pt x="160" y="27"/>
                    <a:pt x="160" y="26"/>
                  </a:cubicBezTo>
                  <a:cubicBezTo>
                    <a:pt x="160" y="25"/>
                    <a:pt x="160" y="24"/>
                    <a:pt x="160" y="23"/>
                  </a:cubicBezTo>
                  <a:cubicBezTo>
                    <a:pt x="160" y="20"/>
                    <a:pt x="160" y="18"/>
                    <a:pt x="159" y="17"/>
                  </a:cubicBezTo>
                  <a:cubicBezTo>
                    <a:pt x="158" y="15"/>
                    <a:pt x="157" y="14"/>
                    <a:pt x="155" y="13"/>
                  </a:cubicBezTo>
                  <a:cubicBezTo>
                    <a:pt x="153" y="12"/>
                    <a:pt x="151" y="12"/>
                    <a:pt x="149" y="12"/>
                  </a:cubicBezTo>
                  <a:cubicBezTo>
                    <a:pt x="147" y="12"/>
                    <a:pt x="145" y="12"/>
                    <a:pt x="144" y="13"/>
                  </a:cubicBezTo>
                  <a:cubicBezTo>
                    <a:pt x="142" y="14"/>
                    <a:pt x="141" y="14"/>
                    <a:pt x="139" y="16"/>
                  </a:cubicBezTo>
                  <a:cubicBezTo>
                    <a:pt x="138" y="17"/>
                    <a:pt x="137" y="18"/>
                    <a:pt x="136" y="19"/>
                  </a:cubicBezTo>
                  <a:cubicBezTo>
                    <a:pt x="135" y="21"/>
                    <a:pt x="134" y="22"/>
                    <a:pt x="134" y="24"/>
                  </a:cubicBezTo>
                  <a:cubicBezTo>
                    <a:pt x="133" y="26"/>
                    <a:pt x="133" y="27"/>
                    <a:pt x="133" y="29"/>
                  </a:cubicBezTo>
                  <a:cubicBezTo>
                    <a:pt x="133" y="31"/>
                    <a:pt x="133" y="33"/>
                    <a:pt x="134" y="35"/>
                  </a:cubicBezTo>
                  <a:cubicBezTo>
                    <a:pt x="134" y="36"/>
                    <a:pt x="135" y="38"/>
                    <a:pt x="137" y="39"/>
                  </a:cubicBezTo>
                  <a:cubicBezTo>
                    <a:pt x="138" y="40"/>
                    <a:pt x="139" y="40"/>
                    <a:pt x="141" y="41"/>
                  </a:cubicBezTo>
                  <a:cubicBezTo>
                    <a:pt x="143" y="41"/>
                    <a:pt x="144" y="42"/>
                    <a:pt x="146" y="42"/>
                  </a:cubicBezTo>
                  <a:cubicBezTo>
                    <a:pt x="148" y="42"/>
                    <a:pt x="149" y="41"/>
                    <a:pt x="151" y="41"/>
                  </a:cubicBezTo>
                  <a:cubicBezTo>
                    <a:pt x="153" y="41"/>
                    <a:pt x="154" y="40"/>
                    <a:pt x="155" y="40"/>
                  </a:cubicBezTo>
                  <a:cubicBezTo>
                    <a:pt x="156" y="34"/>
                    <a:pt x="156" y="34"/>
                    <a:pt x="156" y="34"/>
                  </a:cubicBezTo>
                  <a:cubicBezTo>
                    <a:pt x="155" y="35"/>
                    <a:pt x="154" y="35"/>
                    <a:pt x="152" y="36"/>
                  </a:cubicBezTo>
                  <a:cubicBezTo>
                    <a:pt x="151" y="36"/>
                    <a:pt x="149" y="36"/>
                    <a:pt x="148" y="36"/>
                  </a:cubicBezTo>
                  <a:cubicBezTo>
                    <a:pt x="146" y="36"/>
                    <a:pt x="145" y="36"/>
                    <a:pt x="143" y="36"/>
                  </a:cubicBezTo>
                  <a:cubicBezTo>
                    <a:pt x="142" y="35"/>
                    <a:pt x="141" y="34"/>
                    <a:pt x="141" y="33"/>
                  </a:cubicBezTo>
                  <a:cubicBezTo>
                    <a:pt x="140" y="32"/>
                    <a:pt x="140" y="31"/>
                    <a:pt x="140" y="29"/>
                  </a:cubicBezTo>
                  <a:lnTo>
                    <a:pt x="160" y="29"/>
                  </a:lnTo>
                  <a:close/>
                  <a:moveTo>
                    <a:pt x="141" y="24"/>
                  </a:moveTo>
                  <a:cubicBezTo>
                    <a:pt x="141" y="23"/>
                    <a:pt x="142" y="22"/>
                    <a:pt x="143" y="21"/>
                  </a:cubicBezTo>
                  <a:cubicBezTo>
                    <a:pt x="143" y="20"/>
                    <a:pt x="144" y="19"/>
                    <a:pt x="145" y="18"/>
                  </a:cubicBezTo>
                  <a:cubicBezTo>
                    <a:pt x="146" y="18"/>
                    <a:pt x="147" y="17"/>
                    <a:pt x="149" y="17"/>
                  </a:cubicBezTo>
                  <a:cubicBezTo>
                    <a:pt x="150" y="17"/>
                    <a:pt x="151" y="18"/>
                    <a:pt x="152" y="19"/>
                  </a:cubicBezTo>
                  <a:cubicBezTo>
                    <a:pt x="153" y="19"/>
                    <a:pt x="153" y="21"/>
                    <a:pt x="153" y="22"/>
                  </a:cubicBezTo>
                  <a:cubicBezTo>
                    <a:pt x="153" y="22"/>
                    <a:pt x="153" y="23"/>
                    <a:pt x="153" y="23"/>
                  </a:cubicBezTo>
                  <a:cubicBezTo>
                    <a:pt x="153" y="23"/>
                    <a:pt x="153" y="24"/>
                    <a:pt x="153" y="24"/>
                  </a:cubicBezTo>
                  <a:lnTo>
                    <a:pt x="141" y="24"/>
                  </a:lnTo>
                  <a:close/>
                  <a:moveTo>
                    <a:pt x="188" y="13"/>
                  </a:moveTo>
                  <a:cubicBezTo>
                    <a:pt x="187" y="13"/>
                    <a:pt x="186" y="13"/>
                    <a:pt x="184" y="12"/>
                  </a:cubicBezTo>
                  <a:cubicBezTo>
                    <a:pt x="183" y="12"/>
                    <a:pt x="182" y="12"/>
                    <a:pt x="180" y="12"/>
                  </a:cubicBezTo>
                  <a:cubicBezTo>
                    <a:pt x="178" y="12"/>
                    <a:pt x="176" y="12"/>
                    <a:pt x="174" y="13"/>
                  </a:cubicBezTo>
                  <a:cubicBezTo>
                    <a:pt x="172" y="14"/>
                    <a:pt x="170" y="15"/>
                    <a:pt x="168" y="17"/>
                  </a:cubicBezTo>
                  <a:cubicBezTo>
                    <a:pt x="167" y="19"/>
                    <a:pt x="166" y="20"/>
                    <a:pt x="165" y="23"/>
                  </a:cubicBezTo>
                  <a:cubicBezTo>
                    <a:pt x="164" y="25"/>
                    <a:pt x="164" y="27"/>
                    <a:pt x="164" y="29"/>
                  </a:cubicBezTo>
                  <a:cubicBezTo>
                    <a:pt x="164" y="32"/>
                    <a:pt x="164" y="34"/>
                    <a:pt x="165" y="36"/>
                  </a:cubicBezTo>
                  <a:cubicBezTo>
                    <a:pt x="166" y="38"/>
                    <a:pt x="168" y="39"/>
                    <a:pt x="169" y="40"/>
                  </a:cubicBezTo>
                  <a:cubicBezTo>
                    <a:pt x="171" y="41"/>
                    <a:pt x="173" y="42"/>
                    <a:pt x="176" y="42"/>
                  </a:cubicBezTo>
                  <a:cubicBezTo>
                    <a:pt x="177" y="42"/>
                    <a:pt x="178" y="41"/>
                    <a:pt x="179" y="41"/>
                  </a:cubicBezTo>
                  <a:cubicBezTo>
                    <a:pt x="181" y="41"/>
                    <a:pt x="182" y="41"/>
                    <a:pt x="183" y="40"/>
                  </a:cubicBezTo>
                  <a:cubicBezTo>
                    <a:pt x="184" y="34"/>
                    <a:pt x="184" y="34"/>
                    <a:pt x="184" y="34"/>
                  </a:cubicBezTo>
                  <a:cubicBezTo>
                    <a:pt x="183" y="35"/>
                    <a:pt x="182" y="35"/>
                    <a:pt x="182" y="35"/>
                  </a:cubicBezTo>
                  <a:cubicBezTo>
                    <a:pt x="181" y="35"/>
                    <a:pt x="180" y="36"/>
                    <a:pt x="180" y="36"/>
                  </a:cubicBezTo>
                  <a:cubicBezTo>
                    <a:pt x="179" y="36"/>
                    <a:pt x="178" y="36"/>
                    <a:pt x="178" y="36"/>
                  </a:cubicBezTo>
                  <a:cubicBezTo>
                    <a:pt x="176" y="36"/>
                    <a:pt x="175" y="36"/>
                    <a:pt x="175" y="35"/>
                  </a:cubicBezTo>
                  <a:cubicBezTo>
                    <a:pt x="174" y="35"/>
                    <a:pt x="173" y="34"/>
                    <a:pt x="173" y="34"/>
                  </a:cubicBezTo>
                  <a:cubicBezTo>
                    <a:pt x="172" y="33"/>
                    <a:pt x="172" y="32"/>
                    <a:pt x="172" y="31"/>
                  </a:cubicBezTo>
                  <a:cubicBezTo>
                    <a:pt x="172" y="30"/>
                    <a:pt x="171" y="29"/>
                    <a:pt x="171" y="29"/>
                  </a:cubicBezTo>
                  <a:cubicBezTo>
                    <a:pt x="171" y="27"/>
                    <a:pt x="172" y="26"/>
                    <a:pt x="172" y="25"/>
                  </a:cubicBezTo>
                  <a:cubicBezTo>
                    <a:pt x="172" y="23"/>
                    <a:pt x="173" y="22"/>
                    <a:pt x="174" y="21"/>
                  </a:cubicBezTo>
                  <a:cubicBezTo>
                    <a:pt x="175" y="20"/>
                    <a:pt x="176" y="19"/>
                    <a:pt x="177" y="19"/>
                  </a:cubicBezTo>
                  <a:cubicBezTo>
                    <a:pt x="178" y="18"/>
                    <a:pt x="179" y="18"/>
                    <a:pt x="181" y="18"/>
                  </a:cubicBezTo>
                  <a:cubicBezTo>
                    <a:pt x="182" y="18"/>
                    <a:pt x="183" y="18"/>
                    <a:pt x="184" y="18"/>
                  </a:cubicBezTo>
                  <a:cubicBezTo>
                    <a:pt x="184" y="18"/>
                    <a:pt x="185" y="19"/>
                    <a:pt x="186" y="19"/>
                  </a:cubicBezTo>
                  <a:lnTo>
                    <a:pt x="188" y="13"/>
                  </a:lnTo>
                  <a:close/>
                  <a:moveTo>
                    <a:pt x="187" y="41"/>
                  </a:moveTo>
                  <a:cubicBezTo>
                    <a:pt x="194" y="41"/>
                    <a:pt x="194" y="41"/>
                    <a:pt x="194" y="41"/>
                  </a:cubicBezTo>
                  <a:cubicBezTo>
                    <a:pt x="197" y="27"/>
                    <a:pt x="197" y="27"/>
                    <a:pt x="197" y="27"/>
                  </a:cubicBezTo>
                  <a:cubicBezTo>
                    <a:pt x="198" y="26"/>
                    <a:pt x="198" y="25"/>
                    <a:pt x="198" y="24"/>
                  </a:cubicBezTo>
                  <a:cubicBezTo>
                    <a:pt x="199" y="22"/>
                    <a:pt x="199" y="22"/>
                    <a:pt x="200" y="21"/>
                  </a:cubicBezTo>
                  <a:cubicBezTo>
                    <a:pt x="200" y="20"/>
                    <a:pt x="201" y="19"/>
                    <a:pt x="202" y="19"/>
                  </a:cubicBezTo>
                  <a:cubicBezTo>
                    <a:pt x="203" y="18"/>
                    <a:pt x="204" y="18"/>
                    <a:pt x="205" y="18"/>
                  </a:cubicBezTo>
                  <a:cubicBezTo>
                    <a:pt x="206" y="18"/>
                    <a:pt x="207" y="18"/>
                    <a:pt x="207" y="18"/>
                  </a:cubicBezTo>
                  <a:cubicBezTo>
                    <a:pt x="208" y="19"/>
                    <a:pt x="208" y="19"/>
                    <a:pt x="209" y="20"/>
                  </a:cubicBezTo>
                  <a:cubicBezTo>
                    <a:pt x="209" y="20"/>
                    <a:pt x="209" y="21"/>
                    <a:pt x="209" y="22"/>
                  </a:cubicBezTo>
                  <a:cubicBezTo>
                    <a:pt x="209" y="23"/>
                    <a:pt x="209" y="24"/>
                    <a:pt x="209" y="25"/>
                  </a:cubicBezTo>
                  <a:cubicBezTo>
                    <a:pt x="209" y="26"/>
                    <a:pt x="209" y="27"/>
                    <a:pt x="208" y="28"/>
                  </a:cubicBezTo>
                  <a:cubicBezTo>
                    <a:pt x="206" y="41"/>
                    <a:pt x="206" y="41"/>
                    <a:pt x="206" y="41"/>
                  </a:cubicBezTo>
                  <a:cubicBezTo>
                    <a:pt x="213" y="41"/>
                    <a:pt x="213" y="41"/>
                    <a:pt x="213" y="41"/>
                  </a:cubicBezTo>
                  <a:cubicBezTo>
                    <a:pt x="216" y="27"/>
                    <a:pt x="216" y="27"/>
                    <a:pt x="216" y="27"/>
                  </a:cubicBezTo>
                  <a:cubicBezTo>
                    <a:pt x="216" y="26"/>
                    <a:pt x="216" y="25"/>
                    <a:pt x="217" y="24"/>
                  </a:cubicBezTo>
                  <a:cubicBezTo>
                    <a:pt x="217" y="23"/>
                    <a:pt x="217" y="22"/>
                    <a:pt x="217" y="21"/>
                  </a:cubicBezTo>
                  <a:cubicBezTo>
                    <a:pt x="217" y="19"/>
                    <a:pt x="217" y="18"/>
                    <a:pt x="216" y="16"/>
                  </a:cubicBezTo>
                  <a:cubicBezTo>
                    <a:pt x="215" y="15"/>
                    <a:pt x="214" y="14"/>
                    <a:pt x="213" y="13"/>
                  </a:cubicBezTo>
                  <a:cubicBezTo>
                    <a:pt x="211" y="12"/>
                    <a:pt x="210" y="12"/>
                    <a:pt x="208" y="12"/>
                  </a:cubicBezTo>
                  <a:cubicBezTo>
                    <a:pt x="207" y="12"/>
                    <a:pt x="206" y="12"/>
                    <a:pt x="205" y="13"/>
                  </a:cubicBezTo>
                  <a:cubicBezTo>
                    <a:pt x="204" y="13"/>
                    <a:pt x="203" y="13"/>
                    <a:pt x="202" y="14"/>
                  </a:cubicBezTo>
                  <a:cubicBezTo>
                    <a:pt x="201" y="14"/>
                    <a:pt x="200" y="15"/>
                    <a:pt x="200" y="15"/>
                  </a:cubicBezTo>
                  <a:cubicBezTo>
                    <a:pt x="200" y="15"/>
                    <a:pt x="200" y="15"/>
                    <a:pt x="200" y="15"/>
                  </a:cubicBezTo>
                  <a:cubicBezTo>
                    <a:pt x="203" y="0"/>
                    <a:pt x="203" y="0"/>
                    <a:pt x="203" y="0"/>
                  </a:cubicBezTo>
                  <a:cubicBezTo>
                    <a:pt x="196" y="0"/>
                    <a:pt x="196" y="0"/>
                    <a:pt x="196" y="0"/>
                  </a:cubicBezTo>
                  <a:lnTo>
                    <a:pt x="187" y="41"/>
                  </a:lnTo>
                  <a:close/>
                  <a:moveTo>
                    <a:pt x="221" y="41"/>
                  </a:moveTo>
                  <a:cubicBezTo>
                    <a:pt x="228" y="41"/>
                    <a:pt x="228" y="41"/>
                    <a:pt x="228" y="41"/>
                  </a:cubicBezTo>
                  <a:cubicBezTo>
                    <a:pt x="231" y="27"/>
                    <a:pt x="231" y="27"/>
                    <a:pt x="231" y="27"/>
                  </a:cubicBezTo>
                  <a:cubicBezTo>
                    <a:pt x="231" y="26"/>
                    <a:pt x="231" y="25"/>
                    <a:pt x="232" y="24"/>
                  </a:cubicBezTo>
                  <a:cubicBezTo>
                    <a:pt x="232" y="22"/>
                    <a:pt x="233" y="22"/>
                    <a:pt x="233" y="21"/>
                  </a:cubicBezTo>
                  <a:cubicBezTo>
                    <a:pt x="234" y="20"/>
                    <a:pt x="235" y="19"/>
                    <a:pt x="236" y="19"/>
                  </a:cubicBezTo>
                  <a:cubicBezTo>
                    <a:pt x="236" y="18"/>
                    <a:pt x="237" y="18"/>
                    <a:pt x="239" y="18"/>
                  </a:cubicBezTo>
                  <a:cubicBezTo>
                    <a:pt x="240" y="18"/>
                    <a:pt x="240" y="18"/>
                    <a:pt x="241" y="18"/>
                  </a:cubicBezTo>
                  <a:cubicBezTo>
                    <a:pt x="241" y="19"/>
                    <a:pt x="242" y="19"/>
                    <a:pt x="242" y="20"/>
                  </a:cubicBezTo>
                  <a:cubicBezTo>
                    <a:pt x="243" y="20"/>
                    <a:pt x="243" y="21"/>
                    <a:pt x="243" y="22"/>
                  </a:cubicBezTo>
                  <a:cubicBezTo>
                    <a:pt x="243" y="23"/>
                    <a:pt x="243" y="24"/>
                    <a:pt x="242" y="25"/>
                  </a:cubicBezTo>
                  <a:cubicBezTo>
                    <a:pt x="242" y="26"/>
                    <a:pt x="242" y="27"/>
                    <a:pt x="242" y="28"/>
                  </a:cubicBezTo>
                  <a:cubicBezTo>
                    <a:pt x="239" y="41"/>
                    <a:pt x="239" y="41"/>
                    <a:pt x="239" y="41"/>
                  </a:cubicBezTo>
                  <a:cubicBezTo>
                    <a:pt x="247" y="41"/>
                    <a:pt x="247" y="41"/>
                    <a:pt x="247" y="41"/>
                  </a:cubicBezTo>
                  <a:cubicBezTo>
                    <a:pt x="249" y="27"/>
                    <a:pt x="249" y="27"/>
                    <a:pt x="249" y="27"/>
                  </a:cubicBezTo>
                  <a:cubicBezTo>
                    <a:pt x="250" y="26"/>
                    <a:pt x="250" y="25"/>
                    <a:pt x="250" y="24"/>
                  </a:cubicBezTo>
                  <a:cubicBezTo>
                    <a:pt x="250" y="23"/>
                    <a:pt x="250" y="22"/>
                    <a:pt x="250" y="21"/>
                  </a:cubicBezTo>
                  <a:cubicBezTo>
                    <a:pt x="250" y="19"/>
                    <a:pt x="250" y="18"/>
                    <a:pt x="249" y="16"/>
                  </a:cubicBezTo>
                  <a:cubicBezTo>
                    <a:pt x="249" y="15"/>
                    <a:pt x="247" y="14"/>
                    <a:pt x="246" y="13"/>
                  </a:cubicBezTo>
                  <a:cubicBezTo>
                    <a:pt x="245" y="12"/>
                    <a:pt x="243" y="12"/>
                    <a:pt x="241" y="12"/>
                  </a:cubicBezTo>
                  <a:cubicBezTo>
                    <a:pt x="240" y="12"/>
                    <a:pt x="239" y="12"/>
                    <a:pt x="238" y="13"/>
                  </a:cubicBezTo>
                  <a:cubicBezTo>
                    <a:pt x="237" y="13"/>
                    <a:pt x="236" y="13"/>
                    <a:pt x="235" y="14"/>
                  </a:cubicBezTo>
                  <a:cubicBezTo>
                    <a:pt x="235" y="14"/>
                    <a:pt x="234" y="15"/>
                    <a:pt x="233" y="15"/>
                  </a:cubicBezTo>
                  <a:cubicBezTo>
                    <a:pt x="233" y="15"/>
                    <a:pt x="233" y="15"/>
                    <a:pt x="233" y="15"/>
                  </a:cubicBezTo>
                  <a:cubicBezTo>
                    <a:pt x="234" y="13"/>
                    <a:pt x="234" y="13"/>
                    <a:pt x="234" y="13"/>
                  </a:cubicBezTo>
                  <a:cubicBezTo>
                    <a:pt x="226" y="13"/>
                    <a:pt x="226" y="13"/>
                    <a:pt x="226" y="13"/>
                  </a:cubicBezTo>
                  <a:cubicBezTo>
                    <a:pt x="226" y="13"/>
                    <a:pt x="226" y="14"/>
                    <a:pt x="226" y="14"/>
                  </a:cubicBezTo>
                  <a:cubicBezTo>
                    <a:pt x="226" y="15"/>
                    <a:pt x="226" y="16"/>
                    <a:pt x="226" y="17"/>
                  </a:cubicBezTo>
                  <a:lnTo>
                    <a:pt x="221" y="41"/>
                  </a:lnTo>
                  <a:close/>
                  <a:moveTo>
                    <a:pt x="269" y="36"/>
                  </a:moveTo>
                  <a:cubicBezTo>
                    <a:pt x="267" y="36"/>
                    <a:pt x="266" y="36"/>
                    <a:pt x="265" y="35"/>
                  </a:cubicBezTo>
                  <a:cubicBezTo>
                    <a:pt x="264" y="34"/>
                    <a:pt x="264" y="34"/>
                    <a:pt x="263" y="33"/>
                  </a:cubicBezTo>
                  <a:cubicBezTo>
                    <a:pt x="263" y="32"/>
                    <a:pt x="263" y="30"/>
                    <a:pt x="263" y="29"/>
                  </a:cubicBezTo>
                  <a:cubicBezTo>
                    <a:pt x="263" y="28"/>
                    <a:pt x="263" y="27"/>
                    <a:pt x="263" y="26"/>
                  </a:cubicBezTo>
                  <a:cubicBezTo>
                    <a:pt x="263" y="25"/>
                    <a:pt x="264" y="24"/>
                    <a:pt x="264" y="23"/>
                  </a:cubicBezTo>
                  <a:cubicBezTo>
                    <a:pt x="265" y="22"/>
                    <a:pt x="265" y="21"/>
                    <a:pt x="266" y="20"/>
                  </a:cubicBezTo>
                  <a:cubicBezTo>
                    <a:pt x="267" y="20"/>
                    <a:pt x="267" y="19"/>
                    <a:pt x="268" y="18"/>
                  </a:cubicBezTo>
                  <a:cubicBezTo>
                    <a:pt x="269" y="18"/>
                    <a:pt x="270" y="18"/>
                    <a:pt x="271" y="18"/>
                  </a:cubicBezTo>
                  <a:cubicBezTo>
                    <a:pt x="273" y="18"/>
                    <a:pt x="273" y="18"/>
                    <a:pt x="274" y="18"/>
                  </a:cubicBezTo>
                  <a:cubicBezTo>
                    <a:pt x="275" y="19"/>
                    <a:pt x="275" y="19"/>
                    <a:pt x="276" y="20"/>
                  </a:cubicBezTo>
                  <a:cubicBezTo>
                    <a:pt x="276" y="20"/>
                    <a:pt x="277" y="21"/>
                    <a:pt x="277" y="22"/>
                  </a:cubicBezTo>
                  <a:cubicBezTo>
                    <a:pt x="277" y="23"/>
                    <a:pt x="277" y="24"/>
                    <a:pt x="277" y="24"/>
                  </a:cubicBezTo>
                  <a:cubicBezTo>
                    <a:pt x="277" y="25"/>
                    <a:pt x="277" y="26"/>
                    <a:pt x="277" y="28"/>
                  </a:cubicBezTo>
                  <a:cubicBezTo>
                    <a:pt x="277" y="29"/>
                    <a:pt x="276" y="30"/>
                    <a:pt x="276" y="31"/>
                  </a:cubicBezTo>
                  <a:cubicBezTo>
                    <a:pt x="275" y="32"/>
                    <a:pt x="275" y="32"/>
                    <a:pt x="274" y="33"/>
                  </a:cubicBezTo>
                  <a:cubicBezTo>
                    <a:pt x="273" y="34"/>
                    <a:pt x="273" y="35"/>
                    <a:pt x="272" y="35"/>
                  </a:cubicBezTo>
                  <a:cubicBezTo>
                    <a:pt x="271" y="36"/>
                    <a:pt x="270" y="36"/>
                    <a:pt x="269" y="36"/>
                  </a:cubicBezTo>
                  <a:moveTo>
                    <a:pt x="272" y="12"/>
                  </a:moveTo>
                  <a:cubicBezTo>
                    <a:pt x="269" y="12"/>
                    <a:pt x="267" y="12"/>
                    <a:pt x="265" y="13"/>
                  </a:cubicBezTo>
                  <a:cubicBezTo>
                    <a:pt x="263" y="14"/>
                    <a:pt x="261" y="15"/>
                    <a:pt x="260" y="17"/>
                  </a:cubicBezTo>
                  <a:cubicBezTo>
                    <a:pt x="258" y="18"/>
                    <a:pt x="257" y="20"/>
                    <a:pt x="256" y="22"/>
                  </a:cubicBezTo>
                  <a:cubicBezTo>
                    <a:pt x="256" y="24"/>
                    <a:pt x="255" y="26"/>
                    <a:pt x="255" y="29"/>
                  </a:cubicBezTo>
                  <a:cubicBezTo>
                    <a:pt x="255" y="31"/>
                    <a:pt x="256" y="34"/>
                    <a:pt x="257" y="36"/>
                  </a:cubicBezTo>
                  <a:cubicBezTo>
                    <a:pt x="258" y="37"/>
                    <a:pt x="259" y="39"/>
                    <a:pt x="261" y="40"/>
                  </a:cubicBezTo>
                  <a:cubicBezTo>
                    <a:pt x="263" y="41"/>
                    <a:pt x="265" y="42"/>
                    <a:pt x="268" y="42"/>
                  </a:cubicBezTo>
                  <a:cubicBezTo>
                    <a:pt x="270" y="42"/>
                    <a:pt x="273" y="41"/>
                    <a:pt x="275" y="40"/>
                  </a:cubicBezTo>
                  <a:cubicBezTo>
                    <a:pt x="277" y="39"/>
                    <a:pt x="279" y="38"/>
                    <a:pt x="280" y="37"/>
                  </a:cubicBezTo>
                  <a:cubicBezTo>
                    <a:pt x="282" y="35"/>
                    <a:pt x="283" y="33"/>
                    <a:pt x="284" y="31"/>
                  </a:cubicBezTo>
                  <a:cubicBezTo>
                    <a:pt x="284" y="29"/>
                    <a:pt x="285" y="27"/>
                    <a:pt x="285" y="24"/>
                  </a:cubicBezTo>
                  <a:cubicBezTo>
                    <a:pt x="285" y="22"/>
                    <a:pt x="284" y="21"/>
                    <a:pt x="284" y="19"/>
                  </a:cubicBezTo>
                  <a:cubicBezTo>
                    <a:pt x="283" y="18"/>
                    <a:pt x="282" y="16"/>
                    <a:pt x="281" y="15"/>
                  </a:cubicBezTo>
                  <a:cubicBezTo>
                    <a:pt x="280" y="14"/>
                    <a:pt x="279" y="13"/>
                    <a:pt x="277" y="13"/>
                  </a:cubicBezTo>
                  <a:cubicBezTo>
                    <a:pt x="275" y="12"/>
                    <a:pt x="274" y="12"/>
                    <a:pt x="272" y="12"/>
                  </a:cubicBezTo>
                  <a:moveTo>
                    <a:pt x="287" y="41"/>
                  </a:moveTo>
                  <a:cubicBezTo>
                    <a:pt x="295" y="41"/>
                    <a:pt x="295" y="41"/>
                    <a:pt x="295" y="41"/>
                  </a:cubicBezTo>
                  <a:cubicBezTo>
                    <a:pt x="304" y="0"/>
                    <a:pt x="304" y="0"/>
                    <a:pt x="304" y="0"/>
                  </a:cubicBezTo>
                  <a:cubicBezTo>
                    <a:pt x="296" y="0"/>
                    <a:pt x="296" y="0"/>
                    <a:pt x="296" y="0"/>
                  </a:cubicBezTo>
                  <a:lnTo>
                    <a:pt x="287" y="41"/>
                  </a:lnTo>
                  <a:close/>
                  <a:moveTo>
                    <a:pt x="317" y="36"/>
                  </a:moveTo>
                  <a:cubicBezTo>
                    <a:pt x="316" y="36"/>
                    <a:pt x="315" y="36"/>
                    <a:pt x="314" y="35"/>
                  </a:cubicBezTo>
                  <a:cubicBezTo>
                    <a:pt x="313" y="34"/>
                    <a:pt x="312" y="34"/>
                    <a:pt x="312" y="33"/>
                  </a:cubicBezTo>
                  <a:cubicBezTo>
                    <a:pt x="312" y="32"/>
                    <a:pt x="311" y="30"/>
                    <a:pt x="311" y="29"/>
                  </a:cubicBezTo>
                  <a:cubicBezTo>
                    <a:pt x="311" y="28"/>
                    <a:pt x="312" y="27"/>
                    <a:pt x="312" y="26"/>
                  </a:cubicBezTo>
                  <a:cubicBezTo>
                    <a:pt x="312" y="25"/>
                    <a:pt x="312" y="24"/>
                    <a:pt x="313" y="23"/>
                  </a:cubicBezTo>
                  <a:cubicBezTo>
                    <a:pt x="313" y="22"/>
                    <a:pt x="314" y="21"/>
                    <a:pt x="315" y="20"/>
                  </a:cubicBezTo>
                  <a:cubicBezTo>
                    <a:pt x="315" y="20"/>
                    <a:pt x="316" y="19"/>
                    <a:pt x="317" y="18"/>
                  </a:cubicBezTo>
                  <a:cubicBezTo>
                    <a:pt x="318" y="18"/>
                    <a:pt x="319" y="18"/>
                    <a:pt x="320" y="18"/>
                  </a:cubicBezTo>
                  <a:cubicBezTo>
                    <a:pt x="321" y="18"/>
                    <a:pt x="322" y="18"/>
                    <a:pt x="323" y="18"/>
                  </a:cubicBezTo>
                  <a:cubicBezTo>
                    <a:pt x="324" y="19"/>
                    <a:pt x="324" y="19"/>
                    <a:pt x="325" y="20"/>
                  </a:cubicBezTo>
                  <a:cubicBezTo>
                    <a:pt x="325" y="20"/>
                    <a:pt x="325" y="21"/>
                    <a:pt x="326" y="22"/>
                  </a:cubicBezTo>
                  <a:cubicBezTo>
                    <a:pt x="326" y="23"/>
                    <a:pt x="326" y="24"/>
                    <a:pt x="326" y="24"/>
                  </a:cubicBezTo>
                  <a:cubicBezTo>
                    <a:pt x="326" y="25"/>
                    <a:pt x="326" y="26"/>
                    <a:pt x="325" y="28"/>
                  </a:cubicBezTo>
                  <a:cubicBezTo>
                    <a:pt x="325" y="29"/>
                    <a:pt x="325" y="30"/>
                    <a:pt x="324" y="31"/>
                  </a:cubicBezTo>
                  <a:cubicBezTo>
                    <a:pt x="324" y="32"/>
                    <a:pt x="323" y="32"/>
                    <a:pt x="323" y="33"/>
                  </a:cubicBezTo>
                  <a:cubicBezTo>
                    <a:pt x="322" y="34"/>
                    <a:pt x="321" y="35"/>
                    <a:pt x="320" y="35"/>
                  </a:cubicBezTo>
                  <a:cubicBezTo>
                    <a:pt x="319" y="36"/>
                    <a:pt x="318" y="36"/>
                    <a:pt x="317" y="36"/>
                  </a:cubicBezTo>
                  <a:moveTo>
                    <a:pt x="321" y="12"/>
                  </a:moveTo>
                  <a:cubicBezTo>
                    <a:pt x="318" y="12"/>
                    <a:pt x="316" y="12"/>
                    <a:pt x="314" y="13"/>
                  </a:cubicBezTo>
                  <a:cubicBezTo>
                    <a:pt x="312" y="14"/>
                    <a:pt x="310" y="15"/>
                    <a:pt x="309" y="17"/>
                  </a:cubicBezTo>
                  <a:cubicBezTo>
                    <a:pt x="307" y="18"/>
                    <a:pt x="306" y="20"/>
                    <a:pt x="305" y="22"/>
                  </a:cubicBezTo>
                  <a:cubicBezTo>
                    <a:pt x="304" y="24"/>
                    <a:pt x="304" y="26"/>
                    <a:pt x="304" y="29"/>
                  </a:cubicBezTo>
                  <a:cubicBezTo>
                    <a:pt x="304" y="31"/>
                    <a:pt x="304" y="34"/>
                    <a:pt x="305" y="36"/>
                  </a:cubicBezTo>
                  <a:cubicBezTo>
                    <a:pt x="306" y="37"/>
                    <a:pt x="308" y="39"/>
                    <a:pt x="310" y="40"/>
                  </a:cubicBezTo>
                  <a:cubicBezTo>
                    <a:pt x="312" y="41"/>
                    <a:pt x="314" y="42"/>
                    <a:pt x="317" y="42"/>
                  </a:cubicBezTo>
                  <a:cubicBezTo>
                    <a:pt x="319" y="42"/>
                    <a:pt x="321" y="41"/>
                    <a:pt x="323" y="40"/>
                  </a:cubicBezTo>
                  <a:cubicBezTo>
                    <a:pt x="326" y="39"/>
                    <a:pt x="327" y="38"/>
                    <a:pt x="329" y="37"/>
                  </a:cubicBezTo>
                  <a:cubicBezTo>
                    <a:pt x="330" y="35"/>
                    <a:pt x="331" y="33"/>
                    <a:pt x="332" y="31"/>
                  </a:cubicBezTo>
                  <a:cubicBezTo>
                    <a:pt x="333" y="29"/>
                    <a:pt x="333" y="27"/>
                    <a:pt x="333" y="24"/>
                  </a:cubicBezTo>
                  <a:cubicBezTo>
                    <a:pt x="333" y="22"/>
                    <a:pt x="333" y="21"/>
                    <a:pt x="332" y="19"/>
                  </a:cubicBezTo>
                  <a:cubicBezTo>
                    <a:pt x="332" y="18"/>
                    <a:pt x="331" y="16"/>
                    <a:pt x="330" y="15"/>
                  </a:cubicBezTo>
                  <a:cubicBezTo>
                    <a:pt x="329" y="14"/>
                    <a:pt x="327" y="13"/>
                    <a:pt x="326" y="13"/>
                  </a:cubicBezTo>
                  <a:cubicBezTo>
                    <a:pt x="324" y="12"/>
                    <a:pt x="322" y="12"/>
                    <a:pt x="321" y="12"/>
                  </a:cubicBezTo>
                  <a:moveTo>
                    <a:pt x="335" y="51"/>
                  </a:moveTo>
                  <a:cubicBezTo>
                    <a:pt x="337" y="52"/>
                    <a:pt x="339" y="52"/>
                    <a:pt x="341" y="53"/>
                  </a:cubicBezTo>
                  <a:cubicBezTo>
                    <a:pt x="343" y="53"/>
                    <a:pt x="345" y="53"/>
                    <a:pt x="347" y="53"/>
                  </a:cubicBezTo>
                  <a:cubicBezTo>
                    <a:pt x="349" y="53"/>
                    <a:pt x="351" y="53"/>
                    <a:pt x="353" y="52"/>
                  </a:cubicBezTo>
                  <a:cubicBezTo>
                    <a:pt x="355" y="51"/>
                    <a:pt x="357" y="50"/>
                    <a:pt x="358" y="49"/>
                  </a:cubicBezTo>
                  <a:cubicBezTo>
                    <a:pt x="359" y="48"/>
                    <a:pt x="360" y="46"/>
                    <a:pt x="361" y="44"/>
                  </a:cubicBezTo>
                  <a:cubicBezTo>
                    <a:pt x="362" y="42"/>
                    <a:pt x="362" y="40"/>
                    <a:pt x="363" y="38"/>
                  </a:cubicBezTo>
                  <a:cubicBezTo>
                    <a:pt x="367" y="17"/>
                    <a:pt x="367" y="17"/>
                    <a:pt x="367" y="17"/>
                  </a:cubicBezTo>
                  <a:cubicBezTo>
                    <a:pt x="367" y="16"/>
                    <a:pt x="368" y="15"/>
                    <a:pt x="368" y="14"/>
                  </a:cubicBezTo>
                  <a:cubicBezTo>
                    <a:pt x="368" y="14"/>
                    <a:pt x="368" y="13"/>
                    <a:pt x="368" y="13"/>
                  </a:cubicBezTo>
                  <a:cubicBezTo>
                    <a:pt x="361" y="13"/>
                    <a:pt x="361" y="13"/>
                    <a:pt x="361" y="13"/>
                  </a:cubicBezTo>
                  <a:cubicBezTo>
                    <a:pt x="360" y="17"/>
                    <a:pt x="360" y="17"/>
                    <a:pt x="360" y="17"/>
                  </a:cubicBezTo>
                  <a:cubicBezTo>
                    <a:pt x="360" y="16"/>
                    <a:pt x="359" y="15"/>
                    <a:pt x="358" y="14"/>
                  </a:cubicBezTo>
                  <a:cubicBezTo>
                    <a:pt x="357" y="14"/>
                    <a:pt x="356" y="13"/>
                    <a:pt x="355" y="13"/>
                  </a:cubicBezTo>
                  <a:cubicBezTo>
                    <a:pt x="354" y="12"/>
                    <a:pt x="353" y="12"/>
                    <a:pt x="352" y="12"/>
                  </a:cubicBezTo>
                  <a:cubicBezTo>
                    <a:pt x="350" y="12"/>
                    <a:pt x="348" y="12"/>
                    <a:pt x="347" y="13"/>
                  </a:cubicBezTo>
                  <a:cubicBezTo>
                    <a:pt x="345" y="14"/>
                    <a:pt x="344" y="14"/>
                    <a:pt x="343" y="16"/>
                  </a:cubicBezTo>
                  <a:cubicBezTo>
                    <a:pt x="341" y="17"/>
                    <a:pt x="341" y="18"/>
                    <a:pt x="340" y="19"/>
                  </a:cubicBezTo>
                  <a:cubicBezTo>
                    <a:pt x="339" y="21"/>
                    <a:pt x="338" y="22"/>
                    <a:pt x="338" y="24"/>
                  </a:cubicBezTo>
                  <a:cubicBezTo>
                    <a:pt x="338" y="26"/>
                    <a:pt x="337" y="27"/>
                    <a:pt x="337" y="29"/>
                  </a:cubicBezTo>
                  <a:cubicBezTo>
                    <a:pt x="337" y="31"/>
                    <a:pt x="338" y="32"/>
                    <a:pt x="338" y="33"/>
                  </a:cubicBezTo>
                  <a:cubicBezTo>
                    <a:pt x="338" y="35"/>
                    <a:pt x="339" y="36"/>
                    <a:pt x="340" y="37"/>
                  </a:cubicBezTo>
                  <a:cubicBezTo>
                    <a:pt x="340" y="38"/>
                    <a:pt x="341" y="39"/>
                    <a:pt x="343" y="40"/>
                  </a:cubicBezTo>
                  <a:cubicBezTo>
                    <a:pt x="344" y="41"/>
                    <a:pt x="345" y="41"/>
                    <a:pt x="347" y="41"/>
                  </a:cubicBezTo>
                  <a:cubicBezTo>
                    <a:pt x="349" y="41"/>
                    <a:pt x="350" y="41"/>
                    <a:pt x="351" y="40"/>
                  </a:cubicBezTo>
                  <a:cubicBezTo>
                    <a:pt x="352" y="40"/>
                    <a:pt x="353" y="39"/>
                    <a:pt x="354" y="38"/>
                  </a:cubicBezTo>
                  <a:cubicBezTo>
                    <a:pt x="355" y="38"/>
                    <a:pt x="356" y="37"/>
                    <a:pt x="357" y="36"/>
                  </a:cubicBezTo>
                  <a:cubicBezTo>
                    <a:pt x="357" y="36"/>
                    <a:pt x="357" y="36"/>
                    <a:pt x="357" y="36"/>
                  </a:cubicBezTo>
                  <a:cubicBezTo>
                    <a:pt x="356" y="37"/>
                    <a:pt x="356" y="38"/>
                    <a:pt x="356" y="39"/>
                  </a:cubicBezTo>
                  <a:cubicBezTo>
                    <a:pt x="355" y="40"/>
                    <a:pt x="355" y="41"/>
                    <a:pt x="354" y="42"/>
                  </a:cubicBezTo>
                  <a:cubicBezTo>
                    <a:pt x="354" y="43"/>
                    <a:pt x="353" y="44"/>
                    <a:pt x="353" y="45"/>
                  </a:cubicBezTo>
                  <a:cubicBezTo>
                    <a:pt x="352" y="46"/>
                    <a:pt x="351" y="46"/>
                    <a:pt x="350" y="47"/>
                  </a:cubicBezTo>
                  <a:cubicBezTo>
                    <a:pt x="349" y="47"/>
                    <a:pt x="348" y="47"/>
                    <a:pt x="346" y="47"/>
                  </a:cubicBezTo>
                  <a:cubicBezTo>
                    <a:pt x="345" y="47"/>
                    <a:pt x="344" y="47"/>
                    <a:pt x="343" y="47"/>
                  </a:cubicBezTo>
                  <a:cubicBezTo>
                    <a:pt x="342" y="47"/>
                    <a:pt x="341" y="47"/>
                    <a:pt x="340" y="46"/>
                  </a:cubicBezTo>
                  <a:cubicBezTo>
                    <a:pt x="339" y="46"/>
                    <a:pt x="338" y="46"/>
                    <a:pt x="337" y="45"/>
                  </a:cubicBezTo>
                  <a:lnTo>
                    <a:pt x="335" y="51"/>
                  </a:lnTo>
                  <a:close/>
                  <a:moveTo>
                    <a:pt x="358" y="24"/>
                  </a:moveTo>
                  <a:cubicBezTo>
                    <a:pt x="358" y="25"/>
                    <a:pt x="358" y="26"/>
                    <a:pt x="358" y="27"/>
                  </a:cubicBezTo>
                  <a:cubicBezTo>
                    <a:pt x="357" y="28"/>
                    <a:pt x="357" y="29"/>
                    <a:pt x="357" y="30"/>
                  </a:cubicBezTo>
                  <a:cubicBezTo>
                    <a:pt x="356" y="31"/>
                    <a:pt x="356" y="32"/>
                    <a:pt x="355" y="33"/>
                  </a:cubicBezTo>
                  <a:cubicBezTo>
                    <a:pt x="354" y="33"/>
                    <a:pt x="354" y="34"/>
                    <a:pt x="353" y="35"/>
                  </a:cubicBezTo>
                  <a:cubicBezTo>
                    <a:pt x="352" y="35"/>
                    <a:pt x="351" y="35"/>
                    <a:pt x="350" y="35"/>
                  </a:cubicBezTo>
                  <a:cubicBezTo>
                    <a:pt x="349" y="35"/>
                    <a:pt x="348" y="35"/>
                    <a:pt x="347" y="34"/>
                  </a:cubicBezTo>
                  <a:cubicBezTo>
                    <a:pt x="346" y="34"/>
                    <a:pt x="346" y="33"/>
                    <a:pt x="345" y="32"/>
                  </a:cubicBezTo>
                  <a:cubicBezTo>
                    <a:pt x="345" y="31"/>
                    <a:pt x="345" y="30"/>
                    <a:pt x="345" y="29"/>
                  </a:cubicBezTo>
                  <a:cubicBezTo>
                    <a:pt x="345" y="28"/>
                    <a:pt x="345" y="27"/>
                    <a:pt x="345" y="26"/>
                  </a:cubicBezTo>
                  <a:cubicBezTo>
                    <a:pt x="345" y="25"/>
                    <a:pt x="346" y="24"/>
                    <a:pt x="346" y="23"/>
                  </a:cubicBezTo>
                  <a:cubicBezTo>
                    <a:pt x="347" y="22"/>
                    <a:pt x="347" y="21"/>
                    <a:pt x="348" y="20"/>
                  </a:cubicBezTo>
                  <a:cubicBezTo>
                    <a:pt x="348" y="20"/>
                    <a:pt x="349" y="19"/>
                    <a:pt x="350" y="18"/>
                  </a:cubicBezTo>
                  <a:cubicBezTo>
                    <a:pt x="351" y="18"/>
                    <a:pt x="352" y="18"/>
                    <a:pt x="353" y="18"/>
                  </a:cubicBezTo>
                  <a:cubicBezTo>
                    <a:pt x="354" y="18"/>
                    <a:pt x="355" y="18"/>
                    <a:pt x="356" y="19"/>
                  </a:cubicBezTo>
                  <a:cubicBezTo>
                    <a:pt x="356" y="19"/>
                    <a:pt x="357" y="20"/>
                    <a:pt x="357" y="21"/>
                  </a:cubicBezTo>
                  <a:cubicBezTo>
                    <a:pt x="358" y="22"/>
                    <a:pt x="358" y="23"/>
                    <a:pt x="358" y="24"/>
                  </a:cubicBezTo>
                  <a:moveTo>
                    <a:pt x="372" y="13"/>
                  </a:moveTo>
                  <a:cubicBezTo>
                    <a:pt x="377" y="42"/>
                    <a:pt x="377" y="42"/>
                    <a:pt x="377" y="42"/>
                  </a:cubicBezTo>
                  <a:cubicBezTo>
                    <a:pt x="376" y="44"/>
                    <a:pt x="375" y="45"/>
                    <a:pt x="375" y="45"/>
                  </a:cubicBezTo>
                  <a:cubicBezTo>
                    <a:pt x="374" y="46"/>
                    <a:pt x="373" y="47"/>
                    <a:pt x="373" y="47"/>
                  </a:cubicBezTo>
                  <a:cubicBezTo>
                    <a:pt x="372" y="47"/>
                    <a:pt x="371" y="47"/>
                    <a:pt x="371" y="47"/>
                  </a:cubicBezTo>
                  <a:cubicBezTo>
                    <a:pt x="370" y="47"/>
                    <a:pt x="369" y="47"/>
                    <a:pt x="369" y="47"/>
                  </a:cubicBezTo>
                  <a:cubicBezTo>
                    <a:pt x="368" y="47"/>
                    <a:pt x="368" y="47"/>
                    <a:pt x="367" y="47"/>
                  </a:cubicBezTo>
                  <a:cubicBezTo>
                    <a:pt x="366" y="52"/>
                    <a:pt x="366" y="52"/>
                    <a:pt x="366" y="52"/>
                  </a:cubicBezTo>
                  <a:cubicBezTo>
                    <a:pt x="367" y="53"/>
                    <a:pt x="368" y="53"/>
                    <a:pt x="369" y="53"/>
                  </a:cubicBezTo>
                  <a:cubicBezTo>
                    <a:pt x="369" y="53"/>
                    <a:pt x="370" y="53"/>
                    <a:pt x="371" y="53"/>
                  </a:cubicBezTo>
                  <a:cubicBezTo>
                    <a:pt x="373" y="53"/>
                    <a:pt x="374" y="53"/>
                    <a:pt x="375" y="52"/>
                  </a:cubicBezTo>
                  <a:cubicBezTo>
                    <a:pt x="377" y="52"/>
                    <a:pt x="378" y="51"/>
                    <a:pt x="378" y="51"/>
                  </a:cubicBezTo>
                  <a:cubicBezTo>
                    <a:pt x="379" y="50"/>
                    <a:pt x="380" y="49"/>
                    <a:pt x="381" y="48"/>
                  </a:cubicBezTo>
                  <a:cubicBezTo>
                    <a:pt x="381" y="47"/>
                    <a:pt x="382" y="46"/>
                    <a:pt x="383" y="45"/>
                  </a:cubicBezTo>
                  <a:cubicBezTo>
                    <a:pt x="402" y="13"/>
                    <a:pt x="402" y="13"/>
                    <a:pt x="402" y="13"/>
                  </a:cubicBezTo>
                  <a:cubicBezTo>
                    <a:pt x="394" y="13"/>
                    <a:pt x="394" y="13"/>
                    <a:pt x="394" y="13"/>
                  </a:cubicBezTo>
                  <a:cubicBezTo>
                    <a:pt x="382" y="34"/>
                    <a:pt x="382" y="34"/>
                    <a:pt x="382" y="34"/>
                  </a:cubicBezTo>
                  <a:cubicBezTo>
                    <a:pt x="382" y="34"/>
                    <a:pt x="382" y="34"/>
                    <a:pt x="382" y="34"/>
                  </a:cubicBezTo>
                  <a:cubicBezTo>
                    <a:pt x="380" y="13"/>
                    <a:pt x="380" y="13"/>
                    <a:pt x="380" y="13"/>
                  </a:cubicBezTo>
                  <a:lnTo>
                    <a:pt x="372" y="13"/>
                  </a:lnTo>
                  <a:close/>
                  <a:moveTo>
                    <a:pt x="445" y="4"/>
                  </a:moveTo>
                  <a:cubicBezTo>
                    <a:pt x="443" y="3"/>
                    <a:pt x="441" y="3"/>
                    <a:pt x="440" y="2"/>
                  </a:cubicBezTo>
                  <a:cubicBezTo>
                    <a:pt x="438" y="2"/>
                    <a:pt x="436" y="2"/>
                    <a:pt x="435" y="2"/>
                  </a:cubicBezTo>
                  <a:cubicBezTo>
                    <a:pt x="433" y="2"/>
                    <a:pt x="432" y="2"/>
                    <a:pt x="430" y="2"/>
                  </a:cubicBezTo>
                  <a:cubicBezTo>
                    <a:pt x="429" y="3"/>
                    <a:pt x="428" y="3"/>
                    <a:pt x="426" y="4"/>
                  </a:cubicBezTo>
                  <a:cubicBezTo>
                    <a:pt x="425" y="4"/>
                    <a:pt x="424" y="5"/>
                    <a:pt x="423" y="6"/>
                  </a:cubicBezTo>
                  <a:cubicBezTo>
                    <a:pt x="422" y="7"/>
                    <a:pt x="422" y="8"/>
                    <a:pt x="421" y="9"/>
                  </a:cubicBezTo>
                  <a:cubicBezTo>
                    <a:pt x="421" y="11"/>
                    <a:pt x="420" y="12"/>
                    <a:pt x="420" y="14"/>
                  </a:cubicBezTo>
                  <a:cubicBezTo>
                    <a:pt x="420" y="15"/>
                    <a:pt x="421" y="16"/>
                    <a:pt x="421" y="17"/>
                  </a:cubicBezTo>
                  <a:cubicBezTo>
                    <a:pt x="422" y="18"/>
                    <a:pt x="422" y="19"/>
                    <a:pt x="423" y="20"/>
                  </a:cubicBezTo>
                  <a:cubicBezTo>
                    <a:pt x="424" y="21"/>
                    <a:pt x="425" y="21"/>
                    <a:pt x="425" y="22"/>
                  </a:cubicBezTo>
                  <a:cubicBezTo>
                    <a:pt x="426" y="23"/>
                    <a:pt x="427" y="23"/>
                    <a:pt x="428" y="24"/>
                  </a:cubicBezTo>
                  <a:cubicBezTo>
                    <a:pt x="429" y="24"/>
                    <a:pt x="430" y="25"/>
                    <a:pt x="431" y="25"/>
                  </a:cubicBezTo>
                  <a:cubicBezTo>
                    <a:pt x="432" y="26"/>
                    <a:pt x="432" y="26"/>
                    <a:pt x="433" y="27"/>
                  </a:cubicBezTo>
                  <a:cubicBezTo>
                    <a:pt x="433" y="28"/>
                    <a:pt x="433" y="29"/>
                    <a:pt x="433" y="30"/>
                  </a:cubicBezTo>
                  <a:cubicBezTo>
                    <a:pt x="433" y="31"/>
                    <a:pt x="433" y="31"/>
                    <a:pt x="433" y="32"/>
                  </a:cubicBezTo>
                  <a:cubicBezTo>
                    <a:pt x="432" y="33"/>
                    <a:pt x="432" y="34"/>
                    <a:pt x="431" y="34"/>
                  </a:cubicBezTo>
                  <a:cubicBezTo>
                    <a:pt x="430" y="35"/>
                    <a:pt x="430" y="35"/>
                    <a:pt x="429" y="35"/>
                  </a:cubicBezTo>
                  <a:cubicBezTo>
                    <a:pt x="428" y="35"/>
                    <a:pt x="427" y="36"/>
                    <a:pt x="426" y="36"/>
                  </a:cubicBezTo>
                  <a:cubicBezTo>
                    <a:pt x="425" y="36"/>
                    <a:pt x="424" y="35"/>
                    <a:pt x="423" y="35"/>
                  </a:cubicBezTo>
                  <a:cubicBezTo>
                    <a:pt x="422" y="35"/>
                    <a:pt x="421" y="35"/>
                    <a:pt x="420" y="34"/>
                  </a:cubicBezTo>
                  <a:cubicBezTo>
                    <a:pt x="419" y="34"/>
                    <a:pt x="418" y="33"/>
                    <a:pt x="417" y="33"/>
                  </a:cubicBezTo>
                  <a:cubicBezTo>
                    <a:pt x="415" y="39"/>
                    <a:pt x="415" y="39"/>
                    <a:pt x="415" y="39"/>
                  </a:cubicBezTo>
                  <a:cubicBezTo>
                    <a:pt x="417" y="40"/>
                    <a:pt x="418" y="41"/>
                    <a:pt x="420" y="41"/>
                  </a:cubicBezTo>
                  <a:cubicBezTo>
                    <a:pt x="422" y="41"/>
                    <a:pt x="424" y="42"/>
                    <a:pt x="426" y="42"/>
                  </a:cubicBezTo>
                  <a:cubicBezTo>
                    <a:pt x="427" y="42"/>
                    <a:pt x="429" y="41"/>
                    <a:pt x="431" y="41"/>
                  </a:cubicBezTo>
                  <a:cubicBezTo>
                    <a:pt x="432" y="41"/>
                    <a:pt x="434" y="40"/>
                    <a:pt x="435" y="40"/>
                  </a:cubicBezTo>
                  <a:cubicBezTo>
                    <a:pt x="436" y="39"/>
                    <a:pt x="437" y="38"/>
                    <a:pt x="438" y="37"/>
                  </a:cubicBezTo>
                  <a:cubicBezTo>
                    <a:pt x="439" y="36"/>
                    <a:pt x="440" y="35"/>
                    <a:pt x="441" y="34"/>
                  </a:cubicBezTo>
                  <a:cubicBezTo>
                    <a:pt x="441" y="32"/>
                    <a:pt x="441" y="31"/>
                    <a:pt x="441" y="29"/>
                  </a:cubicBezTo>
                  <a:cubicBezTo>
                    <a:pt x="441" y="27"/>
                    <a:pt x="441" y="26"/>
                    <a:pt x="441" y="25"/>
                  </a:cubicBezTo>
                  <a:cubicBezTo>
                    <a:pt x="440" y="24"/>
                    <a:pt x="440" y="23"/>
                    <a:pt x="439" y="22"/>
                  </a:cubicBezTo>
                  <a:cubicBezTo>
                    <a:pt x="438" y="21"/>
                    <a:pt x="437" y="20"/>
                    <a:pt x="436" y="20"/>
                  </a:cubicBezTo>
                  <a:cubicBezTo>
                    <a:pt x="435" y="19"/>
                    <a:pt x="434" y="19"/>
                    <a:pt x="433" y="18"/>
                  </a:cubicBezTo>
                  <a:cubicBezTo>
                    <a:pt x="433" y="18"/>
                    <a:pt x="432" y="17"/>
                    <a:pt x="431" y="16"/>
                  </a:cubicBezTo>
                  <a:cubicBezTo>
                    <a:pt x="430" y="16"/>
                    <a:pt x="430" y="15"/>
                    <a:pt x="429" y="15"/>
                  </a:cubicBezTo>
                  <a:cubicBezTo>
                    <a:pt x="429" y="14"/>
                    <a:pt x="428" y="13"/>
                    <a:pt x="428" y="12"/>
                  </a:cubicBezTo>
                  <a:cubicBezTo>
                    <a:pt x="428" y="12"/>
                    <a:pt x="429" y="11"/>
                    <a:pt x="429" y="10"/>
                  </a:cubicBezTo>
                  <a:cubicBezTo>
                    <a:pt x="429" y="10"/>
                    <a:pt x="430" y="9"/>
                    <a:pt x="431" y="9"/>
                  </a:cubicBezTo>
                  <a:cubicBezTo>
                    <a:pt x="431" y="9"/>
                    <a:pt x="432" y="8"/>
                    <a:pt x="433" y="8"/>
                  </a:cubicBezTo>
                  <a:cubicBezTo>
                    <a:pt x="433" y="8"/>
                    <a:pt x="434" y="8"/>
                    <a:pt x="435" y="8"/>
                  </a:cubicBezTo>
                  <a:cubicBezTo>
                    <a:pt x="436" y="8"/>
                    <a:pt x="437" y="8"/>
                    <a:pt x="438" y="8"/>
                  </a:cubicBezTo>
                  <a:cubicBezTo>
                    <a:pt x="439" y="8"/>
                    <a:pt x="439" y="9"/>
                    <a:pt x="440" y="9"/>
                  </a:cubicBezTo>
                  <a:cubicBezTo>
                    <a:pt x="441" y="9"/>
                    <a:pt x="442" y="10"/>
                    <a:pt x="443" y="10"/>
                  </a:cubicBezTo>
                  <a:lnTo>
                    <a:pt x="445" y="4"/>
                  </a:lnTo>
                  <a:close/>
                  <a:moveTo>
                    <a:pt x="473" y="29"/>
                  </a:moveTo>
                  <a:cubicBezTo>
                    <a:pt x="474" y="28"/>
                    <a:pt x="474" y="27"/>
                    <a:pt x="474" y="26"/>
                  </a:cubicBezTo>
                  <a:cubicBezTo>
                    <a:pt x="474" y="25"/>
                    <a:pt x="474" y="24"/>
                    <a:pt x="474" y="23"/>
                  </a:cubicBezTo>
                  <a:cubicBezTo>
                    <a:pt x="474" y="20"/>
                    <a:pt x="474" y="18"/>
                    <a:pt x="473" y="17"/>
                  </a:cubicBezTo>
                  <a:cubicBezTo>
                    <a:pt x="472" y="15"/>
                    <a:pt x="470" y="14"/>
                    <a:pt x="469" y="13"/>
                  </a:cubicBezTo>
                  <a:cubicBezTo>
                    <a:pt x="467" y="12"/>
                    <a:pt x="465" y="12"/>
                    <a:pt x="462" y="12"/>
                  </a:cubicBezTo>
                  <a:cubicBezTo>
                    <a:pt x="461" y="12"/>
                    <a:pt x="459" y="12"/>
                    <a:pt x="457" y="13"/>
                  </a:cubicBezTo>
                  <a:cubicBezTo>
                    <a:pt x="456" y="14"/>
                    <a:pt x="454" y="14"/>
                    <a:pt x="453" y="16"/>
                  </a:cubicBezTo>
                  <a:cubicBezTo>
                    <a:pt x="452" y="17"/>
                    <a:pt x="450" y="18"/>
                    <a:pt x="449" y="19"/>
                  </a:cubicBezTo>
                  <a:cubicBezTo>
                    <a:pt x="448" y="21"/>
                    <a:pt x="448" y="22"/>
                    <a:pt x="447" y="24"/>
                  </a:cubicBezTo>
                  <a:cubicBezTo>
                    <a:pt x="447" y="26"/>
                    <a:pt x="446" y="27"/>
                    <a:pt x="446" y="29"/>
                  </a:cubicBezTo>
                  <a:cubicBezTo>
                    <a:pt x="446" y="31"/>
                    <a:pt x="447" y="33"/>
                    <a:pt x="447" y="35"/>
                  </a:cubicBezTo>
                  <a:cubicBezTo>
                    <a:pt x="448" y="36"/>
                    <a:pt x="449" y="38"/>
                    <a:pt x="450" y="39"/>
                  </a:cubicBezTo>
                  <a:cubicBezTo>
                    <a:pt x="451" y="40"/>
                    <a:pt x="453" y="40"/>
                    <a:pt x="454" y="41"/>
                  </a:cubicBezTo>
                  <a:cubicBezTo>
                    <a:pt x="456" y="41"/>
                    <a:pt x="458" y="42"/>
                    <a:pt x="460" y="42"/>
                  </a:cubicBezTo>
                  <a:cubicBezTo>
                    <a:pt x="462" y="42"/>
                    <a:pt x="463" y="41"/>
                    <a:pt x="465" y="41"/>
                  </a:cubicBezTo>
                  <a:cubicBezTo>
                    <a:pt x="466" y="41"/>
                    <a:pt x="468" y="40"/>
                    <a:pt x="469" y="40"/>
                  </a:cubicBezTo>
                  <a:cubicBezTo>
                    <a:pt x="470" y="34"/>
                    <a:pt x="470" y="34"/>
                    <a:pt x="470" y="34"/>
                  </a:cubicBezTo>
                  <a:cubicBezTo>
                    <a:pt x="469" y="35"/>
                    <a:pt x="467" y="35"/>
                    <a:pt x="466" y="36"/>
                  </a:cubicBezTo>
                  <a:cubicBezTo>
                    <a:pt x="464" y="36"/>
                    <a:pt x="463" y="36"/>
                    <a:pt x="461" y="36"/>
                  </a:cubicBezTo>
                  <a:cubicBezTo>
                    <a:pt x="460" y="36"/>
                    <a:pt x="458" y="36"/>
                    <a:pt x="457" y="36"/>
                  </a:cubicBezTo>
                  <a:cubicBezTo>
                    <a:pt x="456" y="35"/>
                    <a:pt x="455" y="34"/>
                    <a:pt x="454" y="33"/>
                  </a:cubicBezTo>
                  <a:cubicBezTo>
                    <a:pt x="454" y="32"/>
                    <a:pt x="453" y="31"/>
                    <a:pt x="453" y="29"/>
                  </a:cubicBezTo>
                  <a:lnTo>
                    <a:pt x="473" y="29"/>
                  </a:lnTo>
                  <a:close/>
                  <a:moveTo>
                    <a:pt x="454" y="24"/>
                  </a:moveTo>
                  <a:cubicBezTo>
                    <a:pt x="455" y="23"/>
                    <a:pt x="455" y="22"/>
                    <a:pt x="456" y="21"/>
                  </a:cubicBezTo>
                  <a:cubicBezTo>
                    <a:pt x="457" y="20"/>
                    <a:pt x="458" y="19"/>
                    <a:pt x="459" y="18"/>
                  </a:cubicBezTo>
                  <a:cubicBezTo>
                    <a:pt x="460" y="18"/>
                    <a:pt x="461" y="17"/>
                    <a:pt x="462" y="17"/>
                  </a:cubicBezTo>
                  <a:cubicBezTo>
                    <a:pt x="464" y="17"/>
                    <a:pt x="465" y="18"/>
                    <a:pt x="466" y="19"/>
                  </a:cubicBezTo>
                  <a:cubicBezTo>
                    <a:pt x="467" y="19"/>
                    <a:pt x="467" y="21"/>
                    <a:pt x="467" y="22"/>
                  </a:cubicBezTo>
                  <a:cubicBezTo>
                    <a:pt x="467" y="22"/>
                    <a:pt x="467" y="23"/>
                    <a:pt x="467" y="23"/>
                  </a:cubicBezTo>
                  <a:cubicBezTo>
                    <a:pt x="467" y="23"/>
                    <a:pt x="467" y="24"/>
                    <a:pt x="467" y="24"/>
                  </a:cubicBezTo>
                  <a:lnTo>
                    <a:pt x="454" y="24"/>
                  </a:lnTo>
                  <a:close/>
                  <a:moveTo>
                    <a:pt x="476" y="41"/>
                  </a:moveTo>
                  <a:cubicBezTo>
                    <a:pt x="484" y="41"/>
                    <a:pt x="484" y="41"/>
                    <a:pt x="484" y="41"/>
                  </a:cubicBezTo>
                  <a:cubicBezTo>
                    <a:pt x="486" y="28"/>
                    <a:pt x="486" y="28"/>
                    <a:pt x="486" y="28"/>
                  </a:cubicBezTo>
                  <a:cubicBezTo>
                    <a:pt x="487" y="27"/>
                    <a:pt x="487" y="26"/>
                    <a:pt x="487" y="25"/>
                  </a:cubicBezTo>
                  <a:cubicBezTo>
                    <a:pt x="488" y="24"/>
                    <a:pt x="488" y="23"/>
                    <a:pt x="489" y="22"/>
                  </a:cubicBezTo>
                  <a:cubicBezTo>
                    <a:pt x="490" y="21"/>
                    <a:pt x="491" y="20"/>
                    <a:pt x="492" y="20"/>
                  </a:cubicBezTo>
                  <a:cubicBezTo>
                    <a:pt x="492" y="19"/>
                    <a:pt x="494" y="19"/>
                    <a:pt x="495" y="19"/>
                  </a:cubicBezTo>
                  <a:cubicBezTo>
                    <a:pt x="495" y="19"/>
                    <a:pt x="496" y="19"/>
                    <a:pt x="496" y="19"/>
                  </a:cubicBezTo>
                  <a:cubicBezTo>
                    <a:pt x="497" y="19"/>
                    <a:pt x="497" y="19"/>
                    <a:pt x="498" y="19"/>
                  </a:cubicBezTo>
                  <a:cubicBezTo>
                    <a:pt x="499" y="12"/>
                    <a:pt x="499" y="12"/>
                    <a:pt x="499" y="12"/>
                  </a:cubicBezTo>
                  <a:cubicBezTo>
                    <a:pt x="499" y="12"/>
                    <a:pt x="498" y="12"/>
                    <a:pt x="498" y="12"/>
                  </a:cubicBezTo>
                  <a:cubicBezTo>
                    <a:pt x="497" y="12"/>
                    <a:pt x="497" y="12"/>
                    <a:pt x="496" y="12"/>
                  </a:cubicBezTo>
                  <a:cubicBezTo>
                    <a:pt x="496" y="12"/>
                    <a:pt x="495" y="12"/>
                    <a:pt x="494" y="13"/>
                  </a:cubicBezTo>
                  <a:cubicBezTo>
                    <a:pt x="493" y="13"/>
                    <a:pt x="492" y="13"/>
                    <a:pt x="492" y="14"/>
                  </a:cubicBezTo>
                  <a:cubicBezTo>
                    <a:pt x="491" y="14"/>
                    <a:pt x="490" y="15"/>
                    <a:pt x="490" y="16"/>
                  </a:cubicBezTo>
                  <a:cubicBezTo>
                    <a:pt x="489" y="16"/>
                    <a:pt x="488" y="17"/>
                    <a:pt x="488" y="18"/>
                  </a:cubicBezTo>
                  <a:cubicBezTo>
                    <a:pt x="488" y="18"/>
                    <a:pt x="488" y="18"/>
                    <a:pt x="488" y="18"/>
                  </a:cubicBezTo>
                  <a:cubicBezTo>
                    <a:pt x="489" y="13"/>
                    <a:pt x="489" y="13"/>
                    <a:pt x="489" y="13"/>
                  </a:cubicBezTo>
                  <a:cubicBezTo>
                    <a:pt x="482" y="13"/>
                    <a:pt x="482" y="13"/>
                    <a:pt x="482" y="13"/>
                  </a:cubicBezTo>
                  <a:cubicBezTo>
                    <a:pt x="482" y="14"/>
                    <a:pt x="482" y="15"/>
                    <a:pt x="481" y="16"/>
                  </a:cubicBezTo>
                  <a:lnTo>
                    <a:pt x="476" y="41"/>
                  </a:lnTo>
                  <a:close/>
                  <a:moveTo>
                    <a:pt x="505" y="41"/>
                  </a:moveTo>
                  <a:cubicBezTo>
                    <a:pt x="513" y="41"/>
                    <a:pt x="513" y="41"/>
                    <a:pt x="513" y="41"/>
                  </a:cubicBezTo>
                  <a:cubicBezTo>
                    <a:pt x="529" y="13"/>
                    <a:pt x="529" y="13"/>
                    <a:pt x="529" y="13"/>
                  </a:cubicBezTo>
                  <a:cubicBezTo>
                    <a:pt x="522" y="13"/>
                    <a:pt x="522" y="13"/>
                    <a:pt x="522" y="13"/>
                  </a:cubicBezTo>
                  <a:cubicBezTo>
                    <a:pt x="511" y="33"/>
                    <a:pt x="511" y="33"/>
                    <a:pt x="511" y="33"/>
                  </a:cubicBezTo>
                  <a:cubicBezTo>
                    <a:pt x="510" y="33"/>
                    <a:pt x="510" y="33"/>
                    <a:pt x="510" y="33"/>
                  </a:cubicBezTo>
                  <a:cubicBezTo>
                    <a:pt x="508" y="13"/>
                    <a:pt x="508" y="13"/>
                    <a:pt x="508" y="13"/>
                  </a:cubicBezTo>
                  <a:cubicBezTo>
                    <a:pt x="500" y="13"/>
                    <a:pt x="500" y="13"/>
                    <a:pt x="500" y="13"/>
                  </a:cubicBezTo>
                  <a:lnTo>
                    <a:pt x="505" y="41"/>
                  </a:lnTo>
                  <a:close/>
                  <a:moveTo>
                    <a:pt x="528" y="41"/>
                  </a:moveTo>
                  <a:cubicBezTo>
                    <a:pt x="535" y="41"/>
                    <a:pt x="535" y="41"/>
                    <a:pt x="535" y="41"/>
                  </a:cubicBezTo>
                  <a:cubicBezTo>
                    <a:pt x="541" y="13"/>
                    <a:pt x="541" y="13"/>
                    <a:pt x="541" y="13"/>
                  </a:cubicBezTo>
                  <a:cubicBezTo>
                    <a:pt x="534" y="13"/>
                    <a:pt x="534" y="13"/>
                    <a:pt x="534" y="13"/>
                  </a:cubicBezTo>
                  <a:lnTo>
                    <a:pt x="528" y="41"/>
                  </a:lnTo>
                  <a:close/>
                  <a:moveTo>
                    <a:pt x="535" y="8"/>
                  </a:moveTo>
                  <a:cubicBezTo>
                    <a:pt x="543" y="8"/>
                    <a:pt x="543" y="8"/>
                    <a:pt x="543" y="8"/>
                  </a:cubicBezTo>
                  <a:cubicBezTo>
                    <a:pt x="544" y="1"/>
                    <a:pt x="544" y="1"/>
                    <a:pt x="544" y="1"/>
                  </a:cubicBezTo>
                  <a:cubicBezTo>
                    <a:pt x="537" y="1"/>
                    <a:pt x="537" y="1"/>
                    <a:pt x="537" y="1"/>
                  </a:cubicBezTo>
                  <a:lnTo>
                    <a:pt x="535" y="8"/>
                  </a:lnTo>
                  <a:close/>
                  <a:moveTo>
                    <a:pt x="568" y="13"/>
                  </a:moveTo>
                  <a:cubicBezTo>
                    <a:pt x="567" y="13"/>
                    <a:pt x="566" y="13"/>
                    <a:pt x="565" y="12"/>
                  </a:cubicBezTo>
                  <a:cubicBezTo>
                    <a:pt x="564" y="12"/>
                    <a:pt x="562" y="12"/>
                    <a:pt x="561" y="12"/>
                  </a:cubicBezTo>
                  <a:cubicBezTo>
                    <a:pt x="559" y="12"/>
                    <a:pt x="556" y="12"/>
                    <a:pt x="554" y="13"/>
                  </a:cubicBezTo>
                  <a:cubicBezTo>
                    <a:pt x="552" y="14"/>
                    <a:pt x="550" y="15"/>
                    <a:pt x="549" y="17"/>
                  </a:cubicBezTo>
                  <a:cubicBezTo>
                    <a:pt x="547" y="19"/>
                    <a:pt x="546" y="20"/>
                    <a:pt x="546" y="23"/>
                  </a:cubicBezTo>
                  <a:cubicBezTo>
                    <a:pt x="545" y="25"/>
                    <a:pt x="544" y="27"/>
                    <a:pt x="544" y="29"/>
                  </a:cubicBezTo>
                  <a:cubicBezTo>
                    <a:pt x="544" y="32"/>
                    <a:pt x="545" y="34"/>
                    <a:pt x="546" y="36"/>
                  </a:cubicBezTo>
                  <a:cubicBezTo>
                    <a:pt x="547" y="38"/>
                    <a:pt x="548" y="39"/>
                    <a:pt x="550" y="40"/>
                  </a:cubicBezTo>
                  <a:cubicBezTo>
                    <a:pt x="552" y="41"/>
                    <a:pt x="554" y="42"/>
                    <a:pt x="556" y="42"/>
                  </a:cubicBezTo>
                  <a:cubicBezTo>
                    <a:pt x="558" y="42"/>
                    <a:pt x="559" y="41"/>
                    <a:pt x="560" y="41"/>
                  </a:cubicBezTo>
                  <a:cubicBezTo>
                    <a:pt x="561" y="41"/>
                    <a:pt x="562" y="41"/>
                    <a:pt x="563" y="40"/>
                  </a:cubicBezTo>
                  <a:cubicBezTo>
                    <a:pt x="564" y="34"/>
                    <a:pt x="564" y="34"/>
                    <a:pt x="564" y="34"/>
                  </a:cubicBezTo>
                  <a:cubicBezTo>
                    <a:pt x="564" y="35"/>
                    <a:pt x="563" y="35"/>
                    <a:pt x="562" y="35"/>
                  </a:cubicBezTo>
                  <a:cubicBezTo>
                    <a:pt x="562" y="35"/>
                    <a:pt x="561" y="36"/>
                    <a:pt x="560" y="36"/>
                  </a:cubicBezTo>
                  <a:cubicBezTo>
                    <a:pt x="560" y="36"/>
                    <a:pt x="559" y="36"/>
                    <a:pt x="558" y="36"/>
                  </a:cubicBezTo>
                  <a:cubicBezTo>
                    <a:pt x="557" y="36"/>
                    <a:pt x="556" y="36"/>
                    <a:pt x="555" y="35"/>
                  </a:cubicBezTo>
                  <a:cubicBezTo>
                    <a:pt x="554" y="35"/>
                    <a:pt x="554" y="34"/>
                    <a:pt x="553" y="34"/>
                  </a:cubicBezTo>
                  <a:cubicBezTo>
                    <a:pt x="553" y="33"/>
                    <a:pt x="553" y="32"/>
                    <a:pt x="552" y="31"/>
                  </a:cubicBezTo>
                  <a:cubicBezTo>
                    <a:pt x="552" y="30"/>
                    <a:pt x="552" y="29"/>
                    <a:pt x="552" y="29"/>
                  </a:cubicBezTo>
                  <a:cubicBezTo>
                    <a:pt x="552" y="27"/>
                    <a:pt x="552" y="26"/>
                    <a:pt x="553" y="25"/>
                  </a:cubicBezTo>
                  <a:cubicBezTo>
                    <a:pt x="553" y="23"/>
                    <a:pt x="554" y="22"/>
                    <a:pt x="554" y="21"/>
                  </a:cubicBezTo>
                  <a:cubicBezTo>
                    <a:pt x="555" y="20"/>
                    <a:pt x="556" y="19"/>
                    <a:pt x="557" y="19"/>
                  </a:cubicBezTo>
                  <a:cubicBezTo>
                    <a:pt x="558" y="18"/>
                    <a:pt x="560" y="18"/>
                    <a:pt x="561" y="18"/>
                  </a:cubicBezTo>
                  <a:cubicBezTo>
                    <a:pt x="562" y="18"/>
                    <a:pt x="563" y="18"/>
                    <a:pt x="564" y="18"/>
                  </a:cubicBezTo>
                  <a:cubicBezTo>
                    <a:pt x="565" y="18"/>
                    <a:pt x="566" y="19"/>
                    <a:pt x="567" y="19"/>
                  </a:cubicBezTo>
                  <a:lnTo>
                    <a:pt x="568" y="13"/>
                  </a:lnTo>
                  <a:close/>
                  <a:moveTo>
                    <a:pt x="595" y="29"/>
                  </a:moveTo>
                  <a:cubicBezTo>
                    <a:pt x="595" y="28"/>
                    <a:pt x="596" y="27"/>
                    <a:pt x="596" y="26"/>
                  </a:cubicBezTo>
                  <a:cubicBezTo>
                    <a:pt x="596" y="25"/>
                    <a:pt x="596" y="24"/>
                    <a:pt x="596" y="23"/>
                  </a:cubicBezTo>
                  <a:cubicBezTo>
                    <a:pt x="596" y="20"/>
                    <a:pt x="595" y="18"/>
                    <a:pt x="594" y="17"/>
                  </a:cubicBezTo>
                  <a:cubicBezTo>
                    <a:pt x="593" y="15"/>
                    <a:pt x="592" y="14"/>
                    <a:pt x="590" y="13"/>
                  </a:cubicBezTo>
                  <a:cubicBezTo>
                    <a:pt x="589" y="12"/>
                    <a:pt x="587" y="12"/>
                    <a:pt x="584" y="12"/>
                  </a:cubicBezTo>
                  <a:cubicBezTo>
                    <a:pt x="582" y="12"/>
                    <a:pt x="581" y="12"/>
                    <a:pt x="579" y="13"/>
                  </a:cubicBezTo>
                  <a:cubicBezTo>
                    <a:pt x="577" y="14"/>
                    <a:pt x="576" y="14"/>
                    <a:pt x="575" y="16"/>
                  </a:cubicBezTo>
                  <a:cubicBezTo>
                    <a:pt x="573" y="17"/>
                    <a:pt x="572" y="18"/>
                    <a:pt x="571" y="19"/>
                  </a:cubicBezTo>
                  <a:cubicBezTo>
                    <a:pt x="570" y="21"/>
                    <a:pt x="570" y="22"/>
                    <a:pt x="569" y="24"/>
                  </a:cubicBezTo>
                  <a:cubicBezTo>
                    <a:pt x="569" y="26"/>
                    <a:pt x="568" y="27"/>
                    <a:pt x="568" y="29"/>
                  </a:cubicBezTo>
                  <a:cubicBezTo>
                    <a:pt x="568" y="31"/>
                    <a:pt x="569" y="33"/>
                    <a:pt x="569" y="35"/>
                  </a:cubicBezTo>
                  <a:cubicBezTo>
                    <a:pt x="570" y="36"/>
                    <a:pt x="571" y="38"/>
                    <a:pt x="572" y="39"/>
                  </a:cubicBezTo>
                  <a:cubicBezTo>
                    <a:pt x="573" y="40"/>
                    <a:pt x="575" y="40"/>
                    <a:pt x="576" y="41"/>
                  </a:cubicBezTo>
                  <a:cubicBezTo>
                    <a:pt x="578" y="41"/>
                    <a:pt x="580" y="42"/>
                    <a:pt x="582" y="42"/>
                  </a:cubicBezTo>
                  <a:cubicBezTo>
                    <a:pt x="583" y="42"/>
                    <a:pt x="585" y="41"/>
                    <a:pt x="586" y="41"/>
                  </a:cubicBezTo>
                  <a:cubicBezTo>
                    <a:pt x="588" y="41"/>
                    <a:pt x="589" y="40"/>
                    <a:pt x="591" y="40"/>
                  </a:cubicBezTo>
                  <a:cubicBezTo>
                    <a:pt x="592" y="34"/>
                    <a:pt x="592" y="34"/>
                    <a:pt x="592" y="34"/>
                  </a:cubicBezTo>
                  <a:cubicBezTo>
                    <a:pt x="590" y="35"/>
                    <a:pt x="589" y="35"/>
                    <a:pt x="588" y="36"/>
                  </a:cubicBezTo>
                  <a:cubicBezTo>
                    <a:pt x="586" y="36"/>
                    <a:pt x="585" y="36"/>
                    <a:pt x="583" y="36"/>
                  </a:cubicBezTo>
                  <a:cubicBezTo>
                    <a:pt x="581" y="36"/>
                    <a:pt x="580" y="36"/>
                    <a:pt x="579" y="36"/>
                  </a:cubicBezTo>
                  <a:cubicBezTo>
                    <a:pt x="578" y="35"/>
                    <a:pt x="577" y="34"/>
                    <a:pt x="576" y="33"/>
                  </a:cubicBezTo>
                  <a:cubicBezTo>
                    <a:pt x="576" y="32"/>
                    <a:pt x="575" y="31"/>
                    <a:pt x="575" y="29"/>
                  </a:cubicBezTo>
                  <a:lnTo>
                    <a:pt x="595" y="29"/>
                  </a:lnTo>
                  <a:close/>
                  <a:moveTo>
                    <a:pt x="576" y="24"/>
                  </a:moveTo>
                  <a:cubicBezTo>
                    <a:pt x="577" y="23"/>
                    <a:pt x="577" y="22"/>
                    <a:pt x="578" y="21"/>
                  </a:cubicBezTo>
                  <a:cubicBezTo>
                    <a:pt x="579" y="20"/>
                    <a:pt x="579" y="19"/>
                    <a:pt x="580" y="18"/>
                  </a:cubicBezTo>
                  <a:cubicBezTo>
                    <a:pt x="581" y="18"/>
                    <a:pt x="583" y="17"/>
                    <a:pt x="584" y="17"/>
                  </a:cubicBezTo>
                  <a:cubicBezTo>
                    <a:pt x="586" y="17"/>
                    <a:pt x="587" y="18"/>
                    <a:pt x="588" y="19"/>
                  </a:cubicBezTo>
                  <a:cubicBezTo>
                    <a:pt x="588" y="19"/>
                    <a:pt x="589" y="21"/>
                    <a:pt x="589" y="22"/>
                  </a:cubicBezTo>
                  <a:cubicBezTo>
                    <a:pt x="589" y="22"/>
                    <a:pt x="589" y="23"/>
                    <a:pt x="589" y="23"/>
                  </a:cubicBezTo>
                  <a:cubicBezTo>
                    <a:pt x="589" y="23"/>
                    <a:pt x="589" y="24"/>
                    <a:pt x="589" y="24"/>
                  </a:cubicBezTo>
                  <a:lnTo>
                    <a:pt x="576" y="24"/>
                  </a:lnTo>
                  <a:close/>
                  <a:moveTo>
                    <a:pt x="621" y="13"/>
                  </a:moveTo>
                  <a:cubicBezTo>
                    <a:pt x="620" y="13"/>
                    <a:pt x="619" y="13"/>
                    <a:pt x="617" y="12"/>
                  </a:cubicBezTo>
                  <a:cubicBezTo>
                    <a:pt x="616" y="12"/>
                    <a:pt x="615" y="12"/>
                    <a:pt x="613" y="12"/>
                  </a:cubicBezTo>
                  <a:cubicBezTo>
                    <a:pt x="612" y="12"/>
                    <a:pt x="611" y="12"/>
                    <a:pt x="610" y="12"/>
                  </a:cubicBezTo>
                  <a:cubicBezTo>
                    <a:pt x="609" y="13"/>
                    <a:pt x="607" y="13"/>
                    <a:pt x="606" y="13"/>
                  </a:cubicBezTo>
                  <a:cubicBezTo>
                    <a:pt x="605" y="14"/>
                    <a:pt x="604" y="14"/>
                    <a:pt x="604" y="15"/>
                  </a:cubicBezTo>
                  <a:cubicBezTo>
                    <a:pt x="603" y="16"/>
                    <a:pt x="602" y="17"/>
                    <a:pt x="602" y="18"/>
                  </a:cubicBezTo>
                  <a:cubicBezTo>
                    <a:pt x="601" y="19"/>
                    <a:pt x="601" y="20"/>
                    <a:pt x="601" y="21"/>
                  </a:cubicBezTo>
                  <a:cubicBezTo>
                    <a:pt x="601" y="22"/>
                    <a:pt x="601" y="23"/>
                    <a:pt x="602" y="24"/>
                  </a:cubicBezTo>
                  <a:cubicBezTo>
                    <a:pt x="602" y="25"/>
                    <a:pt x="603" y="26"/>
                    <a:pt x="603" y="26"/>
                  </a:cubicBezTo>
                  <a:cubicBezTo>
                    <a:pt x="604" y="27"/>
                    <a:pt x="605" y="27"/>
                    <a:pt x="606" y="28"/>
                  </a:cubicBezTo>
                  <a:cubicBezTo>
                    <a:pt x="607" y="29"/>
                    <a:pt x="607" y="29"/>
                    <a:pt x="608" y="29"/>
                  </a:cubicBezTo>
                  <a:cubicBezTo>
                    <a:pt x="609" y="30"/>
                    <a:pt x="609" y="31"/>
                    <a:pt x="610" y="31"/>
                  </a:cubicBezTo>
                  <a:cubicBezTo>
                    <a:pt x="610" y="32"/>
                    <a:pt x="610" y="32"/>
                    <a:pt x="610" y="33"/>
                  </a:cubicBezTo>
                  <a:cubicBezTo>
                    <a:pt x="610" y="34"/>
                    <a:pt x="610" y="34"/>
                    <a:pt x="610" y="35"/>
                  </a:cubicBezTo>
                  <a:cubicBezTo>
                    <a:pt x="610" y="35"/>
                    <a:pt x="609" y="35"/>
                    <a:pt x="609" y="36"/>
                  </a:cubicBezTo>
                  <a:cubicBezTo>
                    <a:pt x="608" y="36"/>
                    <a:pt x="608" y="36"/>
                    <a:pt x="607" y="36"/>
                  </a:cubicBezTo>
                  <a:cubicBezTo>
                    <a:pt x="607" y="36"/>
                    <a:pt x="606" y="36"/>
                    <a:pt x="605" y="36"/>
                  </a:cubicBezTo>
                  <a:cubicBezTo>
                    <a:pt x="605" y="36"/>
                    <a:pt x="604" y="36"/>
                    <a:pt x="603" y="36"/>
                  </a:cubicBezTo>
                  <a:cubicBezTo>
                    <a:pt x="602" y="36"/>
                    <a:pt x="601" y="35"/>
                    <a:pt x="601" y="35"/>
                  </a:cubicBezTo>
                  <a:cubicBezTo>
                    <a:pt x="600" y="35"/>
                    <a:pt x="599" y="34"/>
                    <a:pt x="598" y="34"/>
                  </a:cubicBezTo>
                  <a:cubicBezTo>
                    <a:pt x="597" y="40"/>
                    <a:pt x="597" y="40"/>
                    <a:pt x="597" y="40"/>
                  </a:cubicBezTo>
                  <a:cubicBezTo>
                    <a:pt x="598" y="40"/>
                    <a:pt x="600" y="41"/>
                    <a:pt x="601" y="41"/>
                  </a:cubicBezTo>
                  <a:cubicBezTo>
                    <a:pt x="603" y="41"/>
                    <a:pt x="604" y="42"/>
                    <a:pt x="605" y="42"/>
                  </a:cubicBezTo>
                  <a:cubicBezTo>
                    <a:pt x="607" y="42"/>
                    <a:pt x="608" y="41"/>
                    <a:pt x="609" y="41"/>
                  </a:cubicBezTo>
                  <a:cubicBezTo>
                    <a:pt x="610" y="41"/>
                    <a:pt x="612" y="41"/>
                    <a:pt x="613" y="40"/>
                  </a:cubicBezTo>
                  <a:cubicBezTo>
                    <a:pt x="614" y="40"/>
                    <a:pt x="615" y="39"/>
                    <a:pt x="616" y="39"/>
                  </a:cubicBezTo>
                  <a:cubicBezTo>
                    <a:pt x="616" y="38"/>
                    <a:pt x="617" y="37"/>
                    <a:pt x="617" y="36"/>
                  </a:cubicBezTo>
                  <a:cubicBezTo>
                    <a:pt x="618" y="35"/>
                    <a:pt x="618" y="33"/>
                    <a:pt x="618" y="32"/>
                  </a:cubicBezTo>
                  <a:cubicBezTo>
                    <a:pt x="618" y="31"/>
                    <a:pt x="618" y="30"/>
                    <a:pt x="617" y="29"/>
                  </a:cubicBezTo>
                  <a:cubicBezTo>
                    <a:pt x="617" y="28"/>
                    <a:pt x="616" y="27"/>
                    <a:pt x="616" y="27"/>
                  </a:cubicBezTo>
                  <a:cubicBezTo>
                    <a:pt x="615" y="26"/>
                    <a:pt x="614" y="25"/>
                    <a:pt x="613" y="25"/>
                  </a:cubicBezTo>
                  <a:cubicBezTo>
                    <a:pt x="613" y="24"/>
                    <a:pt x="612" y="24"/>
                    <a:pt x="611" y="23"/>
                  </a:cubicBezTo>
                  <a:cubicBezTo>
                    <a:pt x="610" y="23"/>
                    <a:pt x="610" y="22"/>
                    <a:pt x="609" y="22"/>
                  </a:cubicBezTo>
                  <a:cubicBezTo>
                    <a:pt x="609" y="21"/>
                    <a:pt x="609" y="21"/>
                    <a:pt x="609" y="20"/>
                  </a:cubicBezTo>
                  <a:cubicBezTo>
                    <a:pt x="609" y="20"/>
                    <a:pt x="609" y="19"/>
                    <a:pt x="609" y="19"/>
                  </a:cubicBezTo>
                  <a:cubicBezTo>
                    <a:pt x="609" y="18"/>
                    <a:pt x="610" y="18"/>
                    <a:pt x="610" y="18"/>
                  </a:cubicBezTo>
                  <a:cubicBezTo>
                    <a:pt x="611" y="18"/>
                    <a:pt x="611" y="18"/>
                    <a:pt x="612" y="18"/>
                  </a:cubicBezTo>
                  <a:cubicBezTo>
                    <a:pt x="612" y="17"/>
                    <a:pt x="613" y="17"/>
                    <a:pt x="614" y="17"/>
                  </a:cubicBezTo>
                  <a:cubicBezTo>
                    <a:pt x="615" y="17"/>
                    <a:pt x="616" y="18"/>
                    <a:pt x="617" y="18"/>
                  </a:cubicBezTo>
                  <a:cubicBezTo>
                    <a:pt x="618" y="18"/>
                    <a:pt x="619" y="18"/>
                    <a:pt x="620" y="19"/>
                  </a:cubicBezTo>
                  <a:lnTo>
                    <a:pt x="621" y="1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2400"/>
            </a:p>
          </p:txBody>
        </p:sp>
      </p:grpSp>
    </p:spTree>
    <p:extLst>
      <p:ext uri="{BB962C8B-B14F-4D97-AF65-F5344CB8AC3E}">
        <p14:creationId xmlns:p14="http://schemas.microsoft.com/office/powerpoint/2010/main" val="41837721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2685E3-6013-4F82-A54E-C1D40698F41E}" type="datetimeFigureOut">
              <a:rPr lang="en-IN" smtClean="0"/>
              <a:t>05-02-2021</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D1DAFD5-EFF1-43A2-A79E-5CEC17599A14}" type="slidenum">
              <a:rPr lang="en-IN" smtClean="0"/>
              <a:t>‹#›</a:t>
            </a:fld>
            <a:endParaRPr lang="en-IN"/>
          </a:p>
        </p:txBody>
      </p:sp>
    </p:spTree>
    <p:extLst>
      <p:ext uri="{BB962C8B-B14F-4D97-AF65-F5344CB8AC3E}">
        <p14:creationId xmlns:p14="http://schemas.microsoft.com/office/powerpoint/2010/main" val="37520622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 id="2147483663" r:id="rId14"/>
    <p:sldLayoutId id="2147483664"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image" Target="../media/image2.jpg"/><Relationship Id="rId1" Type="http://schemas.openxmlformats.org/officeDocument/2006/relationships/slideLayout" Target="../slideLayouts/slideLayout13.xml"/><Relationship Id="rId4" Type="http://schemas.openxmlformats.org/officeDocument/2006/relationships/slide" Target="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5.jpg"/><Relationship Id="rId1" Type="http://schemas.openxmlformats.org/officeDocument/2006/relationships/slideLayout" Target="../slideLayouts/slideLayout15.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559504" y="645284"/>
            <a:ext cx="8521198" cy="1519033"/>
          </a:xfrm>
        </p:spPr>
        <p:txBody>
          <a:bodyPr>
            <a:noAutofit/>
          </a:bodyPr>
          <a:lstStyle/>
          <a:p>
            <a:pPr algn="l"/>
            <a:r>
              <a:rPr lang="en-IN" sz="3600" b="1" dirty="0">
                <a:latin typeface="+mn-lt"/>
              </a:rPr>
              <a:t>Cyber Security Maturity Model Certification (CMMC)</a:t>
            </a:r>
            <a:endParaRPr lang="en-US" sz="3600" b="1" dirty="0">
              <a:latin typeface="+mn-lt"/>
            </a:endParaRPr>
          </a:p>
        </p:txBody>
      </p:sp>
      <p:sp>
        <p:nvSpPr>
          <p:cNvPr id="5" name="Text Placeholder 4"/>
          <p:cNvSpPr>
            <a:spLocks noGrp="1"/>
          </p:cNvSpPr>
          <p:nvPr>
            <p:ph type="body" sz="quarter" idx="10"/>
          </p:nvPr>
        </p:nvSpPr>
        <p:spPr>
          <a:xfrm>
            <a:off x="1559503" y="2472547"/>
            <a:ext cx="4858623" cy="463576"/>
          </a:xfrm>
        </p:spPr>
        <p:txBody>
          <a:bodyPr/>
          <a:lstStyle/>
          <a:p>
            <a:r>
              <a:rPr lang="en-US" b="1" dirty="0"/>
              <a:t>Madhura Ramojwar</a:t>
            </a:r>
          </a:p>
        </p:txBody>
      </p:sp>
      <p:pic>
        <p:nvPicPr>
          <p:cNvPr id="11" name="Picture Placeholder 10"/>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l="24934" r="24934"/>
          <a:stretch>
            <a:fillRect/>
          </a:stretch>
        </p:blipFill>
        <p:spPr/>
      </p:pic>
      <p:pic>
        <p:nvPicPr>
          <p:cNvPr id="7" name="Picture 6"/>
          <p:cNvPicPr>
            <a:picLocks noChangeAspect="1"/>
          </p:cNvPicPr>
          <p:nvPr/>
        </p:nvPicPr>
        <p:blipFill rotWithShape="1">
          <a:blip r:embed="rId3" cstate="print">
            <a:extLst>
              <a:ext uri="{28A0092B-C50C-407E-A947-70E740481C1C}">
                <a14:useLocalDpi xmlns:a14="http://schemas.microsoft.com/office/drawing/2010/main" val="0"/>
              </a:ext>
            </a:extLst>
          </a:blip>
          <a:srcRect l="13075" t="25505" r="16923" b="23694"/>
          <a:stretch/>
        </p:blipFill>
        <p:spPr>
          <a:xfrm>
            <a:off x="250806" y="4763386"/>
            <a:ext cx="2948764" cy="1512185"/>
          </a:xfrm>
          <a:prstGeom prst="rect">
            <a:avLst/>
          </a:prstGeom>
        </p:spPr>
      </p:pic>
    </p:spTree>
    <p:extLst>
      <p:ext uri="{BB962C8B-B14F-4D97-AF65-F5344CB8AC3E}">
        <p14:creationId xmlns:p14="http://schemas.microsoft.com/office/powerpoint/2010/main" val="21974666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Placeholder 20"/>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4478" b="4478"/>
          <a:stretch>
            <a:fillRect/>
          </a:stretch>
        </p:blipFill>
        <p:spPr/>
      </p:pic>
      <p:sp>
        <p:nvSpPr>
          <p:cNvPr id="3" name="Title 2"/>
          <p:cNvSpPr>
            <a:spLocks noGrp="1"/>
          </p:cNvSpPr>
          <p:nvPr>
            <p:ph type="title"/>
          </p:nvPr>
        </p:nvSpPr>
        <p:spPr>
          <a:xfrm>
            <a:off x="274083" y="1"/>
            <a:ext cx="11379200" cy="673820"/>
          </a:xfrm>
        </p:spPr>
        <p:txBody>
          <a:bodyPr/>
          <a:lstStyle/>
          <a:p>
            <a:r>
              <a:rPr lang="en-IN" b="1" dirty="0"/>
              <a:t>Agenda </a:t>
            </a:r>
          </a:p>
        </p:txBody>
      </p:sp>
      <p:sp>
        <p:nvSpPr>
          <p:cNvPr id="4" name="Text Placeholder 3"/>
          <p:cNvSpPr>
            <a:spLocks noGrp="1"/>
          </p:cNvSpPr>
          <p:nvPr>
            <p:ph type="body" sz="quarter" idx="12"/>
          </p:nvPr>
        </p:nvSpPr>
        <p:spPr>
          <a:xfrm>
            <a:off x="911424" y="1220755"/>
            <a:ext cx="9933784" cy="384043"/>
          </a:xfrm>
        </p:spPr>
        <p:txBody>
          <a:bodyPr/>
          <a:lstStyle/>
          <a:p>
            <a:r>
              <a:rPr lang="en-IN" dirty="0">
                <a:hlinkClick r:id="rId3" action="ppaction://hlinksldjump"/>
              </a:rPr>
              <a:t>Topic 1:  What is CMMA?</a:t>
            </a:r>
          </a:p>
        </p:txBody>
      </p:sp>
      <p:sp>
        <p:nvSpPr>
          <p:cNvPr id="5" name="Text Placeholder 4"/>
          <p:cNvSpPr>
            <a:spLocks noGrp="1"/>
          </p:cNvSpPr>
          <p:nvPr>
            <p:ph type="body" sz="quarter" idx="13"/>
          </p:nvPr>
        </p:nvSpPr>
        <p:spPr>
          <a:xfrm>
            <a:off x="911424" y="1879113"/>
            <a:ext cx="9933785" cy="384043"/>
          </a:xfrm>
        </p:spPr>
        <p:txBody>
          <a:bodyPr/>
          <a:lstStyle/>
          <a:p>
            <a:r>
              <a:rPr lang="en-IN" dirty="0">
                <a:hlinkClick r:id="rId3" action="ppaction://hlinksldjump"/>
              </a:rPr>
              <a:t>Topic 2: </a:t>
            </a:r>
            <a:r>
              <a:rPr lang="en-US" dirty="0">
                <a:hlinkClick r:id="rId3" action="ppaction://hlinksldjump"/>
              </a:rPr>
              <a:t>What is the standard for?</a:t>
            </a:r>
            <a:endParaRPr lang="en-IN" dirty="0">
              <a:hlinkClick r:id="rId3" action="ppaction://hlinksldjump"/>
            </a:endParaRPr>
          </a:p>
        </p:txBody>
      </p:sp>
      <p:sp>
        <p:nvSpPr>
          <p:cNvPr id="6" name="Text Placeholder 5"/>
          <p:cNvSpPr>
            <a:spLocks noGrp="1"/>
          </p:cNvSpPr>
          <p:nvPr>
            <p:ph type="body" sz="quarter" idx="14"/>
          </p:nvPr>
        </p:nvSpPr>
        <p:spPr>
          <a:xfrm>
            <a:off x="911424" y="2537472"/>
            <a:ext cx="9806195" cy="384043"/>
          </a:xfrm>
        </p:spPr>
        <p:txBody>
          <a:bodyPr/>
          <a:lstStyle/>
          <a:p>
            <a:r>
              <a:rPr lang="en-IN" dirty="0">
                <a:hlinkClick r:id="rId4" action="ppaction://hlinksldjump"/>
              </a:rPr>
              <a:t>Topic 3: CMMA certification and it’s requirements</a:t>
            </a:r>
          </a:p>
        </p:txBody>
      </p:sp>
      <p:sp>
        <p:nvSpPr>
          <p:cNvPr id="7" name="Text Placeholder 6"/>
          <p:cNvSpPr>
            <a:spLocks noGrp="1"/>
          </p:cNvSpPr>
          <p:nvPr>
            <p:ph type="body" sz="quarter" idx="15"/>
          </p:nvPr>
        </p:nvSpPr>
        <p:spPr>
          <a:xfrm>
            <a:off x="911423" y="3195831"/>
            <a:ext cx="9678604" cy="384043"/>
          </a:xfrm>
        </p:spPr>
        <p:txBody>
          <a:bodyPr/>
          <a:lstStyle/>
          <a:p>
            <a:r>
              <a:rPr lang="en-IN" dirty="0">
                <a:hlinkClick r:id="" action="ppaction://noaction"/>
              </a:rPr>
              <a:t>Topic 4: Additional Information</a:t>
            </a:r>
          </a:p>
        </p:txBody>
      </p:sp>
      <p:sp>
        <p:nvSpPr>
          <p:cNvPr id="12" name="Text Placeholder 11"/>
          <p:cNvSpPr>
            <a:spLocks noGrp="1"/>
          </p:cNvSpPr>
          <p:nvPr>
            <p:ph type="body" sz="quarter" idx="20"/>
          </p:nvPr>
        </p:nvSpPr>
        <p:spPr/>
        <p:txBody>
          <a:bodyPr/>
          <a:lstStyle/>
          <a:p>
            <a:endParaRPr lang="en-IN" dirty="0"/>
          </a:p>
        </p:txBody>
      </p:sp>
      <p:sp>
        <p:nvSpPr>
          <p:cNvPr id="13" name="Text Placeholder 12"/>
          <p:cNvSpPr>
            <a:spLocks noGrp="1"/>
          </p:cNvSpPr>
          <p:nvPr>
            <p:ph type="body" sz="quarter" idx="21"/>
          </p:nvPr>
        </p:nvSpPr>
        <p:spPr/>
        <p:txBody>
          <a:bodyPr/>
          <a:lstStyle/>
          <a:p>
            <a:endParaRPr lang="en-IN"/>
          </a:p>
        </p:txBody>
      </p:sp>
      <p:sp>
        <p:nvSpPr>
          <p:cNvPr id="14" name="Text Placeholder 13"/>
          <p:cNvSpPr>
            <a:spLocks noGrp="1"/>
          </p:cNvSpPr>
          <p:nvPr>
            <p:ph type="body" sz="quarter" idx="22"/>
          </p:nvPr>
        </p:nvSpPr>
        <p:spPr/>
        <p:txBody>
          <a:bodyPr/>
          <a:lstStyle/>
          <a:p>
            <a:endParaRPr lang="en-IN"/>
          </a:p>
        </p:txBody>
      </p:sp>
      <p:sp>
        <p:nvSpPr>
          <p:cNvPr id="15" name="Text Placeholder 14"/>
          <p:cNvSpPr>
            <a:spLocks noGrp="1"/>
          </p:cNvSpPr>
          <p:nvPr>
            <p:ph type="body" sz="quarter" idx="23"/>
          </p:nvPr>
        </p:nvSpPr>
        <p:spPr/>
        <p:txBody>
          <a:bodyPr/>
          <a:lstStyle/>
          <a:p>
            <a:endParaRPr lang="en-IN"/>
          </a:p>
        </p:txBody>
      </p:sp>
    </p:spTree>
    <p:extLst>
      <p:ext uri="{BB962C8B-B14F-4D97-AF65-F5344CB8AC3E}">
        <p14:creationId xmlns:p14="http://schemas.microsoft.com/office/powerpoint/2010/main" val="7675153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4A64F-D468-47CE-8DF6-D2D46F0AE204}"/>
              </a:ext>
            </a:extLst>
          </p:cNvPr>
          <p:cNvSpPr>
            <a:spLocks noGrp="1"/>
          </p:cNvSpPr>
          <p:nvPr>
            <p:ph type="title"/>
          </p:nvPr>
        </p:nvSpPr>
        <p:spPr/>
        <p:txBody>
          <a:bodyPr/>
          <a:lstStyle/>
          <a:p>
            <a:r>
              <a:rPr lang="en-US" b="1" dirty="0"/>
              <a:t>What is CMMC?</a:t>
            </a:r>
          </a:p>
        </p:txBody>
      </p:sp>
      <p:sp>
        <p:nvSpPr>
          <p:cNvPr id="3" name="Content Placeholder 2">
            <a:extLst>
              <a:ext uri="{FF2B5EF4-FFF2-40B4-BE49-F238E27FC236}">
                <a16:creationId xmlns:a16="http://schemas.microsoft.com/office/drawing/2014/main" id="{8EAB00A5-CAB7-4C04-B76D-90E9F1D3D6B3}"/>
              </a:ext>
            </a:extLst>
          </p:cNvPr>
          <p:cNvSpPr>
            <a:spLocks noGrp="1"/>
          </p:cNvSpPr>
          <p:nvPr>
            <p:ph idx="1"/>
          </p:nvPr>
        </p:nvSpPr>
        <p:spPr/>
        <p:txBody>
          <a:bodyPr>
            <a:normAutofit/>
          </a:bodyPr>
          <a:lstStyle/>
          <a:p>
            <a:endParaRPr lang="en-US" sz="1800" dirty="0"/>
          </a:p>
          <a:p>
            <a:r>
              <a:rPr lang="en-US" sz="1800" dirty="0"/>
              <a:t>CMMC is the latest verification method put in place by department of defense.</a:t>
            </a:r>
          </a:p>
          <a:p>
            <a:r>
              <a:rPr lang="en-IN" sz="1800" dirty="0"/>
              <a:t>The CMMC framework was developed by</a:t>
            </a:r>
          </a:p>
          <a:p>
            <a:pPr marL="0" indent="0">
              <a:buNone/>
            </a:pPr>
            <a:r>
              <a:rPr lang="en-IN" sz="1800" dirty="0"/>
              <a:t>	 OUSD(A&amp;S), working with DoD stakeholders</a:t>
            </a:r>
          </a:p>
          <a:p>
            <a:pPr marL="0" indent="0">
              <a:buNone/>
            </a:pPr>
            <a:r>
              <a:rPr lang="en-IN" sz="1800" dirty="0"/>
              <a:t>	 University Affiliated Research Centers (UARCs)</a:t>
            </a:r>
          </a:p>
          <a:p>
            <a:pPr marL="0" indent="0">
              <a:buNone/>
            </a:pPr>
            <a:r>
              <a:rPr lang="en-IN" sz="1800" dirty="0"/>
              <a:t>	Federally Funded Research and Development Centers (FFRDC)</a:t>
            </a:r>
            <a:endParaRPr lang="en-US" sz="1800" dirty="0"/>
          </a:p>
          <a:p>
            <a:r>
              <a:rPr lang="en-US" sz="1800" dirty="0"/>
              <a:t>Goal : implement appropriate level of cybersecurity across supply chain of DIB.</a:t>
            </a:r>
          </a:p>
          <a:p>
            <a:r>
              <a:rPr lang="en-US" sz="1800" dirty="0"/>
              <a:t>CMMC is the official certifying document for your company’s compliance with NIST SP 800-171.</a:t>
            </a:r>
          </a:p>
          <a:p>
            <a:r>
              <a:rPr lang="en-US" sz="1800" dirty="0"/>
              <a:t>The draft version of CMMC document version 4.0 was released on 30 August 2019.</a:t>
            </a:r>
          </a:p>
          <a:p>
            <a:r>
              <a:rPr lang="en-US" sz="1800" dirty="0"/>
              <a:t>RFP (request for proposal) will determine what CMMC level your company needs to meet based on your requirements.</a:t>
            </a:r>
          </a:p>
          <a:p>
            <a:r>
              <a:rPr lang="en-US" sz="1800" dirty="0"/>
              <a:t>Model is created on enhance and assess the cybersecurity posture of  the DIB(Defense Industrial Base).</a:t>
            </a:r>
          </a:p>
          <a:p>
            <a:endParaRPr lang="en-US" sz="1800" dirty="0"/>
          </a:p>
        </p:txBody>
      </p:sp>
    </p:spTree>
    <p:extLst>
      <p:ext uri="{BB962C8B-B14F-4D97-AF65-F5344CB8AC3E}">
        <p14:creationId xmlns:p14="http://schemas.microsoft.com/office/powerpoint/2010/main" val="1058990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What is this standard for?</a:t>
            </a:r>
          </a:p>
        </p:txBody>
      </p:sp>
      <p:sp>
        <p:nvSpPr>
          <p:cNvPr id="3" name="Content Placeholder 2"/>
          <p:cNvSpPr>
            <a:spLocks noGrp="1"/>
          </p:cNvSpPr>
          <p:nvPr>
            <p:ph idx="1"/>
          </p:nvPr>
        </p:nvSpPr>
        <p:spPr/>
        <p:txBody>
          <a:bodyPr>
            <a:normAutofit/>
          </a:bodyPr>
          <a:lstStyle/>
          <a:p>
            <a:pPr marL="0" indent="0">
              <a:buNone/>
            </a:pPr>
            <a:r>
              <a:rPr lang="en-US" sz="1800" dirty="0"/>
              <a:t>The goal of CMMC is to ensure the protection of two types of information from disclosure or unauthorized use:</a:t>
            </a:r>
            <a:endParaRPr lang="en-IN" sz="1800" dirty="0"/>
          </a:p>
          <a:p>
            <a:pPr lvl="0"/>
            <a:r>
              <a:rPr lang="en-US" sz="1800" b="1" dirty="0"/>
              <a:t>Controlled Unclassified Information (CUI):</a:t>
            </a:r>
            <a:r>
              <a:rPr lang="en-US" sz="1800" dirty="0"/>
              <a:t> </a:t>
            </a:r>
          </a:p>
          <a:p>
            <a:pPr lvl="1"/>
            <a:r>
              <a:rPr lang="en-US" sz="1800" dirty="0"/>
              <a:t>This is the </a:t>
            </a:r>
            <a:r>
              <a:rPr lang="en-US" sz="1800" i="0" dirty="0">
                <a:effectLst/>
              </a:rPr>
              <a:t>information the Government creates/possesses, or an entity creates/possesses on behalf of the Government. </a:t>
            </a:r>
          </a:p>
          <a:p>
            <a:pPr lvl="1"/>
            <a:r>
              <a:rPr lang="en-US" sz="1800" dirty="0"/>
              <a:t>It is required for</a:t>
            </a:r>
            <a:r>
              <a:rPr lang="en-US" sz="1800" b="0" i="0" dirty="0">
                <a:effectLst/>
              </a:rPr>
              <a:t> safeguarding or dissemination controls.</a:t>
            </a:r>
          </a:p>
          <a:p>
            <a:pPr lvl="1"/>
            <a:r>
              <a:rPr lang="en-US" sz="1800" b="0" i="0" dirty="0">
                <a:effectLst/>
              </a:rPr>
              <a:t> Level 3 is the minimum requirement for CUI</a:t>
            </a:r>
            <a:r>
              <a:rPr lang="en-US" sz="1800" dirty="0"/>
              <a:t>.</a:t>
            </a:r>
          </a:p>
          <a:p>
            <a:pPr lvl="1"/>
            <a:r>
              <a:rPr lang="en-US" sz="1800" dirty="0"/>
              <a:t>Example : It includes personally</a:t>
            </a:r>
            <a:r>
              <a:rPr lang="en-US" sz="1800" b="0" i="0" dirty="0">
                <a:effectLst/>
              </a:rPr>
              <a:t> identifiable information such as legal material or health documents, technical drawings and blueprints, intellectual property, etc.</a:t>
            </a:r>
            <a:endParaRPr lang="en-IN" sz="1800" dirty="0"/>
          </a:p>
          <a:p>
            <a:r>
              <a:rPr lang="en-US" sz="1800" b="1" dirty="0"/>
              <a:t>Federal Contract Information (FCI): </a:t>
            </a:r>
            <a:r>
              <a:rPr lang="en-US" sz="1800" b="0" i="0" dirty="0">
                <a:effectLst/>
              </a:rPr>
              <a:t> </a:t>
            </a:r>
          </a:p>
          <a:p>
            <a:pPr lvl="1"/>
            <a:r>
              <a:rPr lang="en-US" sz="1800" b="0" i="0" dirty="0">
                <a:effectLst/>
              </a:rPr>
              <a:t>This is the information that is not intended for public release.</a:t>
            </a:r>
          </a:p>
          <a:p>
            <a:pPr lvl="1"/>
            <a:r>
              <a:rPr lang="en-US" sz="1800" dirty="0">
                <a:solidFill>
                  <a:srgbClr val="202124"/>
                </a:solidFill>
              </a:rPr>
              <a:t>It </a:t>
            </a:r>
            <a:r>
              <a:rPr lang="en-US" sz="1800" b="0" i="0" dirty="0">
                <a:solidFill>
                  <a:srgbClr val="202124"/>
                </a:solidFill>
                <a:effectLst/>
              </a:rPr>
              <a:t>is provided / generated for the Government under a </a:t>
            </a:r>
            <a:r>
              <a:rPr lang="en-US" sz="1800" b="1" i="0" dirty="0">
                <a:solidFill>
                  <a:srgbClr val="202124"/>
                </a:solidFill>
                <a:effectLst/>
              </a:rPr>
              <a:t>contract</a:t>
            </a:r>
            <a:r>
              <a:rPr lang="en-US" sz="1800" b="0" i="0" dirty="0">
                <a:solidFill>
                  <a:srgbClr val="202124"/>
                </a:solidFill>
                <a:effectLst/>
              </a:rPr>
              <a:t> to develop / deliver a product or service to the Government, </a:t>
            </a:r>
            <a:r>
              <a:rPr lang="en-US" sz="1800" b="1" i="0" dirty="0">
                <a:solidFill>
                  <a:srgbClr val="202124"/>
                </a:solidFill>
                <a:effectLst/>
              </a:rPr>
              <a:t>but not including the information provided by the Government to the public (such as on public websites) </a:t>
            </a:r>
            <a:r>
              <a:rPr lang="en-US" sz="1800" b="0" i="0" dirty="0">
                <a:solidFill>
                  <a:srgbClr val="212529"/>
                </a:solidFill>
                <a:effectLst/>
              </a:rPr>
              <a:t>or simple transactional information, such as necessary to process payments.</a:t>
            </a:r>
            <a:endParaRPr lang="en-US" sz="1800" b="0" i="0" dirty="0">
              <a:effectLst/>
            </a:endParaRPr>
          </a:p>
          <a:p>
            <a:pPr lvl="1"/>
            <a:r>
              <a:rPr lang="en-US" sz="1800" b="0" i="0" dirty="0">
                <a:effectLst/>
              </a:rPr>
              <a:t>Level 1 and 2 is the minimum requirement for FCI.</a:t>
            </a:r>
          </a:p>
        </p:txBody>
      </p:sp>
    </p:spTree>
    <p:extLst>
      <p:ext uri="{BB962C8B-B14F-4D97-AF65-F5344CB8AC3E}">
        <p14:creationId xmlns:p14="http://schemas.microsoft.com/office/powerpoint/2010/main" val="33841555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457200" lvl="1" indent="0" fontAlgn="t">
              <a:buNone/>
            </a:pPr>
            <a:endParaRPr lang="en-IN" sz="1800" dirty="0"/>
          </a:p>
          <a:p>
            <a:pPr lvl="0"/>
            <a:r>
              <a:rPr lang="en-US" sz="1800" b="1" dirty="0"/>
              <a:t> What is the CMMC Accreditation Body (CMMC-AB)?</a:t>
            </a:r>
            <a:endParaRPr lang="en-IN" sz="1800" b="1" dirty="0"/>
          </a:p>
          <a:p>
            <a:pPr marL="457200" lvl="1" indent="0" fontAlgn="t">
              <a:buNone/>
            </a:pPr>
            <a:r>
              <a:rPr lang="en-US" sz="1800" dirty="0"/>
              <a:t>The CMMC-AB is an independent organization that will authorize and accredit </a:t>
            </a:r>
          </a:p>
          <a:p>
            <a:pPr lvl="2" fontAlgn="t"/>
            <a:r>
              <a:rPr lang="en-US" sz="1800" dirty="0"/>
              <a:t>CMMC Third Party Assessment Organizations (C3PAOs) </a:t>
            </a:r>
          </a:p>
          <a:p>
            <a:pPr lvl="2" fontAlgn="t"/>
            <a:r>
              <a:rPr lang="en-US" sz="1800" dirty="0"/>
              <a:t>CMMC Assessors and Instructors Certification Organization (CAICO) in accordance with Department of Defense requirements.</a:t>
            </a:r>
          </a:p>
          <a:p>
            <a:pPr marL="457200" lvl="1" indent="0" fontAlgn="t">
              <a:buNone/>
            </a:pPr>
            <a:r>
              <a:rPr lang="en-US" sz="1800" dirty="0"/>
              <a:t> </a:t>
            </a:r>
            <a:endParaRPr lang="en-IN" sz="1800" dirty="0"/>
          </a:p>
          <a:p>
            <a:pPr lvl="0"/>
            <a:r>
              <a:rPr lang="en-US" sz="1800" dirty="0"/>
              <a:t> </a:t>
            </a:r>
            <a:r>
              <a:rPr lang="en-US" sz="1800" b="1" dirty="0"/>
              <a:t>Who will perform the CMMC assessments?</a:t>
            </a:r>
            <a:endParaRPr lang="en-IN" sz="1800" b="1" dirty="0"/>
          </a:p>
          <a:p>
            <a:pPr marL="457200" lvl="1" indent="0">
              <a:buNone/>
            </a:pPr>
            <a:r>
              <a:rPr lang="en-US" sz="1800" dirty="0"/>
              <a:t>Only Authorized and Accredited C3PAOs who are listed on the CMMC-AB Marketplace website will be able to conduct CMMC assessments.</a:t>
            </a:r>
            <a:endParaRPr lang="en-IN" sz="1800" dirty="0"/>
          </a:p>
        </p:txBody>
      </p:sp>
    </p:spTree>
    <p:extLst>
      <p:ext uri="{BB962C8B-B14F-4D97-AF65-F5344CB8AC3E}">
        <p14:creationId xmlns:p14="http://schemas.microsoft.com/office/powerpoint/2010/main" val="4873693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fontAlgn="t"/>
            <a:r>
              <a:rPr lang="en-US" sz="1800" b="1" dirty="0"/>
              <a:t>When Does It Take Effect?</a:t>
            </a:r>
            <a:endParaRPr lang="en-IN" sz="1800" dirty="0"/>
          </a:p>
          <a:p>
            <a:pPr marL="457200" lvl="1" indent="0">
              <a:buNone/>
            </a:pPr>
            <a:r>
              <a:rPr lang="en-US" sz="1800" dirty="0"/>
              <a:t>As of September 2020, DoD began issuing a limited number of requests for information that contain CMMC specifications, and it is expected that CMMC will be a requirement of all new DoD requests for proposals beginning in 2026.</a:t>
            </a:r>
          </a:p>
          <a:p>
            <a:pPr marL="457200" lvl="1" indent="0">
              <a:buNone/>
            </a:pPr>
            <a:endParaRPr lang="en-IN" sz="1800" dirty="0"/>
          </a:p>
          <a:p>
            <a:r>
              <a:rPr lang="en-US" sz="1800" b="1" dirty="0"/>
              <a:t>To Whom Does CMMC Apply?</a:t>
            </a:r>
            <a:endParaRPr lang="en-IN" sz="1800" dirty="0"/>
          </a:p>
          <a:p>
            <a:pPr marL="457200" lvl="1" indent="0">
              <a:buNone/>
            </a:pPr>
            <a:r>
              <a:rPr lang="en-US" sz="1800" dirty="0"/>
              <a:t>The certification is applicable to both</a:t>
            </a:r>
          </a:p>
          <a:p>
            <a:pPr lvl="1"/>
            <a:r>
              <a:rPr lang="en-US" sz="1800" dirty="0"/>
              <a:t>“prime” contractors who engage directly with DoD</a:t>
            </a:r>
          </a:p>
          <a:p>
            <a:pPr lvl="1"/>
            <a:r>
              <a:rPr lang="en-US" sz="1800" dirty="0"/>
              <a:t>subcontractors who contract with primes to provide fulfilment and execution of those contracts. </a:t>
            </a:r>
          </a:p>
          <a:p>
            <a:endParaRPr lang="en-IN" sz="1800" dirty="0"/>
          </a:p>
        </p:txBody>
      </p:sp>
    </p:spTree>
    <p:extLst>
      <p:ext uri="{BB962C8B-B14F-4D97-AF65-F5344CB8AC3E}">
        <p14:creationId xmlns:p14="http://schemas.microsoft.com/office/powerpoint/2010/main" val="28612342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3CB8E-2B38-48E0-A2F5-C3CFF2905ED6}"/>
              </a:ext>
            </a:extLst>
          </p:cNvPr>
          <p:cNvSpPr>
            <a:spLocks noGrp="1"/>
          </p:cNvSpPr>
          <p:nvPr>
            <p:ph type="title"/>
          </p:nvPr>
        </p:nvSpPr>
        <p:spPr/>
        <p:txBody>
          <a:bodyPr/>
          <a:lstStyle/>
          <a:p>
            <a:r>
              <a:rPr lang="en-US" b="1" dirty="0"/>
              <a:t>The CMMC Framework and 5 Levels</a:t>
            </a:r>
            <a:endParaRPr lang="en-US" dirty="0"/>
          </a:p>
        </p:txBody>
      </p:sp>
      <p:pic>
        <p:nvPicPr>
          <p:cNvPr id="5" name="Content Placeholder 4">
            <a:extLst>
              <a:ext uri="{FF2B5EF4-FFF2-40B4-BE49-F238E27FC236}">
                <a16:creationId xmlns:a16="http://schemas.microsoft.com/office/drawing/2014/main" id="{E4DBC65F-CE98-4CEF-8892-D1D60A96C0A3}"/>
              </a:ext>
            </a:extLst>
          </p:cNvPr>
          <p:cNvPicPr>
            <a:picLocks noGrp="1" noChangeAspect="1"/>
          </p:cNvPicPr>
          <p:nvPr>
            <p:ph idx="1"/>
          </p:nvPr>
        </p:nvPicPr>
        <p:blipFill>
          <a:blip r:embed="rId2"/>
          <a:stretch>
            <a:fillRect/>
          </a:stretch>
        </p:blipFill>
        <p:spPr>
          <a:xfrm>
            <a:off x="1128889" y="1033575"/>
            <a:ext cx="9934222" cy="5588000"/>
          </a:xfrm>
          <a:prstGeom prst="rect">
            <a:avLst/>
          </a:prstGeom>
        </p:spPr>
      </p:pic>
    </p:spTree>
    <p:extLst>
      <p:ext uri="{BB962C8B-B14F-4D97-AF65-F5344CB8AC3E}">
        <p14:creationId xmlns:p14="http://schemas.microsoft.com/office/powerpoint/2010/main" val="23567936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A8FA44-ACD3-4B2C-94F3-461E475C4A18}"/>
              </a:ext>
            </a:extLst>
          </p:cNvPr>
          <p:cNvSpPr>
            <a:spLocks noGrp="1"/>
          </p:cNvSpPr>
          <p:nvPr>
            <p:ph idx="1"/>
          </p:nvPr>
        </p:nvSpPr>
        <p:spPr/>
        <p:txBody>
          <a:bodyPr>
            <a:noAutofit/>
          </a:bodyPr>
          <a:lstStyle/>
          <a:p>
            <a:pPr algn="l" fontAlgn="base"/>
            <a:r>
              <a:rPr lang="en-US" sz="1800" b="1" i="0" u="sng" dirty="0">
                <a:effectLst/>
              </a:rPr>
              <a:t>CMMC Level 1</a:t>
            </a:r>
          </a:p>
          <a:p>
            <a:pPr marL="0" indent="0" algn="l" fontAlgn="base">
              <a:buNone/>
            </a:pPr>
            <a:r>
              <a:rPr lang="en-US" sz="1800" b="1" i="0" dirty="0">
                <a:effectLst/>
              </a:rPr>
              <a:t>Processes: Performed</a:t>
            </a:r>
          </a:p>
          <a:p>
            <a:pPr marL="0" indent="0" algn="l" fontAlgn="base">
              <a:buNone/>
            </a:pPr>
            <a:r>
              <a:rPr lang="en-US" sz="1800" b="0" i="0" dirty="0">
                <a:effectLst/>
              </a:rPr>
              <a:t>Level 1 of CMMC requires an organization to perform specified practices. The organization may perform them as necessary without formal documentation.</a:t>
            </a:r>
          </a:p>
          <a:p>
            <a:pPr marL="0" indent="0" algn="l" fontAlgn="base">
              <a:buNone/>
            </a:pPr>
            <a:r>
              <a:rPr lang="en-US" sz="1800" b="1" i="0" dirty="0">
                <a:effectLst/>
              </a:rPr>
              <a:t>Practices: Basic Cyber Hygiene</a:t>
            </a:r>
          </a:p>
          <a:p>
            <a:pPr marL="0" indent="0" algn="l" fontAlgn="base">
              <a:buNone/>
            </a:pPr>
            <a:r>
              <a:rPr lang="en-US" sz="1800" b="0" i="0" dirty="0">
                <a:effectLst/>
              </a:rPr>
              <a:t>Level 1 is primarily concerned with the protection of FCI and corresponds to the basic safeguarding requirements.</a:t>
            </a:r>
          </a:p>
          <a:p>
            <a:pPr marL="0" indent="0" fontAlgn="base">
              <a:buNone/>
            </a:pPr>
            <a:r>
              <a:rPr lang="en-US" sz="1800" dirty="0"/>
              <a:t>	Ex: Antivirus,</a:t>
            </a:r>
            <a:r>
              <a:rPr lang="en-US" sz="1800" dirty="0">
                <a:solidFill>
                  <a:srgbClr val="000000"/>
                </a:solidFill>
                <a:effectLst/>
                <a:latin typeface="Calibri" panose="020F0502020204030204" pitchFamily="34" charset="0"/>
                <a:ea typeface="Times New Roman" panose="02020603050405020304" pitchFamily="18" charset="0"/>
              </a:rPr>
              <a:t> Ad-hoc incident response.</a:t>
            </a:r>
            <a:endParaRPr lang="en-US" sz="1800" b="0" i="0" dirty="0">
              <a:effectLst/>
            </a:endParaRPr>
          </a:p>
          <a:p>
            <a:pPr algn="l" fontAlgn="base"/>
            <a:r>
              <a:rPr lang="en-US" sz="1800" b="1" i="0" u="sng" dirty="0">
                <a:effectLst/>
              </a:rPr>
              <a:t>CMMC Level 2</a:t>
            </a:r>
          </a:p>
          <a:p>
            <a:pPr marL="0" indent="0" algn="l" fontAlgn="base">
              <a:buNone/>
            </a:pPr>
            <a:r>
              <a:rPr lang="en-US" sz="1800" b="1" i="0" dirty="0">
                <a:effectLst/>
              </a:rPr>
              <a:t>Processes: Documented</a:t>
            </a:r>
          </a:p>
          <a:p>
            <a:pPr marL="0" indent="0" algn="l" fontAlgn="base">
              <a:buNone/>
            </a:pPr>
            <a:r>
              <a:rPr lang="en-US" sz="1800" b="0" i="0" dirty="0">
                <a:effectLst/>
              </a:rPr>
              <a:t>Process documentation ensures that necessary security and hygiene practices are performed in a “repeatable manner”. </a:t>
            </a:r>
          </a:p>
          <a:p>
            <a:pPr marL="0" indent="0" algn="l" fontAlgn="base">
              <a:buNone/>
            </a:pPr>
            <a:r>
              <a:rPr lang="en-US" sz="1800" b="1" i="0" dirty="0">
                <a:effectLst/>
              </a:rPr>
              <a:t>Practices: Intermediate Cyber Hygiene</a:t>
            </a:r>
          </a:p>
          <a:p>
            <a:pPr marL="0" indent="0" algn="l" fontAlgn="base">
              <a:buNone/>
            </a:pPr>
            <a:r>
              <a:rPr lang="en-US" sz="1800" b="0" i="0" dirty="0">
                <a:effectLst/>
              </a:rPr>
              <a:t>Level 2 serves as a transition stage between 1-3 of CMMC.  This stage includes the hygiene and security of CUI.</a:t>
            </a:r>
          </a:p>
          <a:p>
            <a:pPr marL="0" indent="0" fontAlgn="base">
              <a:buNone/>
            </a:pPr>
            <a:r>
              <a:rPr lang="en-US" sz="1800" dirty="0"/>
              <a:t>	Ex:</a:t>
            </a:r>
            <a:r>
              <a:rPr lang="en-US"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Security awareness training, Risk management</a:t>
            </a:r>
            <a:r>
              <a:rPr lang="en-US" sz="1800" dirty="0"/>
              <a:t>, Backups.</a:t>
            </a:r>
          </a:p>
          <a:p>
            <a:pPr marL="0" indent="0" algn="l" fontAlgn="base">
              <a:buNone/>
            </a:pPr>
            <a:endParaRPr lang="en-US" sz="1800" b="0" i="0" dirty="0">
              <a:effectLst/>
            </a:endParaRPr>
          </a:p>
          <a:p>
            <a:pPr marL="0" indent="0">
              <a:buNone/>
            </a:pPr>
            <a:endParaRPr lang="en-US" sz="1800" dirty="0"/>
          </a:p>
        </p:txBody>
      </p:sp>
    </p:spTree>
    <p:extLst>
      <p:ext uri="{BB962C8B-B14F-4D97-AF65-F5344CB8AC3E}">
        <p14:creationId xmlns:p14="http://schemas.microsoft.com/office/powerpoint/2010/main" val="39608864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6889C9-C0BE-4A6F-A34B-C9BE3B9219A4}"/>
              </a:ext>
            </a:extLst>
          </p:cNvPr>
          <p:cNvSpPr>
            <a:spLocks noGrp="1"/>
          </p:cNvSpPr>
          <p:nvPr>
            <p:ph idx="1"/>
          </p:nvPr>
        </p:nvSpPr>
        <p:spPr/>
        <p:txBody>
          <a:bodyPr>
            <a:normAutofit/>
          </a:bodyPr>
          <a:lstStyle/>
          <a:p>
            <a:pPr algn="l" fontAlgn="base"/>
            <a:r>
              <a:rPr lang="en-US" sz="1800" b="1" i="0" u="sng" dirty="0">
                <a:effectLst/>
              </a:rPr>
              <a:t>CMMC Level 3</a:t>
            </a:r>
          </a:p>
          <a:p>
            <a:pPr marL="0" indent="0" algn="l" fontAlgn="base">
              <a:buNone/>
            </a:pPr>
            <a:r>
              <a:rPr lang="en-US" sz="1800" b="1" i="0" dirty="0">
                <a:effectLst/>
              </a:rPr>
              <a:t>Processes: Managed</a:t>
            </a:r>
          </a:p>
          <a:p>
            <a:pPr marL="0" indent="0" algn="l" fontAlgn="base">
              <a:buNone/>
            </a:pPr>
            <a:r>
              <a:rPr lang="en-US" sz="1800" b="0" i="0" dirty="0">
                <a:effectLst/>
              </a:rPr>
              <a:t>Level 3 requires organizations to have resources devoted to the management of practice implementation.</a:t>
            </a:r>
          </a:p>
          <a:p>
            <a:pPr marL="0" indent="0" algn="l" fontAlgn="base">
              <a:buNone/>
            </a:pPr>
            <a:r>
              <a:rPr lang="en-US" sz="1800" b="1" i="0" dirty="0">
                <a:effectLst/>
              </a:rPr>
              <a:t>Practices: Good Cyber Hygiene</a:t>
            </a:r>
          </a:p>
          <a:p>
            <a:pPr marL="0" indent="0" algn="l" fontAlgn="base">
              <a:buNone/>
            </a:pPr>
            <a:r>
              <a:rPr lang="en-US" sz="1800" b="0" i="0" dirty="0">
                <a:effectLst/>
              </a:rPr>
              <a:t>Level 3 of CMMC focuses on the protection of CUI. It encompasses NIST-800 as well as other standards for threat mitigation.</a:t>
            </a:r>
          </a:p>
          <a:p>
            <a:pPr marL="0" indent="0" algn="l" fontAlgn="base">
              <a:buNone/>
            </a:pPr>
            <a:r>
              <a:rPr lang="en-US" sz="1800" b="0" i="0" dirty="0">
                <a:effectLst/>
              </a:rPr>
              <a:t>	</a:t>
            </a:r>
            <a:r>
              <a:rPr lang="en-US" sz="1800" dirty="0"/>
              <a:t> Ex: Smart card, Multi-factor authentication.</a:t>
            </a:r>
            <a:endParaRPr lang="en-US" sz="1800" b="0" i="0" dirty="0">
              <a:effectLst/>
            </a:endParaRPr>
          </a:p>
          <a:p>
            <a:pPr algn="l" fontAlgn="base"/>
            <a:r>
              <a:rPr lang="en-US" sz="1800" b="1" i="0" u="sng" dirty="0">
                <a:effectLst/>
              </a:rPr>
              <a:t>CMMC Level 4</a:t>
            </a:r>
          </a:p>
          <a:p>
            <a:pPr marL="0" indent="0" algn="l" fontAlgn="base">
              <a:buNone/>
            </a:pPr>
            <a:r>
              <a:rPr lang="en-US" sz="1800" b="1" i="0" dirty="0">
                <a:effectLst/>
              </a:rPr>
              <a:t>Processes: Reviewed</a:t>
            </a:r>
          </a:p>
          <a:p>
            <a:pPr marL="0" indent="0" algn="l" fontAlgn="base">
              <a:buNone/>
            </a:pPr>
            <a:r>
              <a:rPr lang="en-US" sz="1800" b="0" i="0" dirty="0">
                <a:effectLst/>
              </a:rPr>
              <a:t>Level 4 includes a review of past practices for effectiveness. This also includes notification of higher-level management of status or issues on a periodic basis.</a:t>
            </a:r>
          </a:p>
          <a:p>
            <a:pPr marL="0" indent="0" algn="l" fontAlgn="base">
              <a:buNone/>
            </a:pPr>
            <a:r>
              <a:rPr lang="en-US" sz="1800" b="1" i="0" dirty="0">
                <a:effectLst/>
              </a:rPr>
              <a:t>Practices: Proactive</a:t>
            </a:r>
          </a:p>
          <a:p>
            <a:pPr marL="0" indent="0" algn="l" fontAlgn="base">
              <a:buNone/>
            </a:pPr>
            <a:r>
              <a:rPr lang="en-US" sz="1800" b="0" i="0" dirty="0">
                <a:effectLst/>
              </a:rPr>
              <a:t>Level 4 practices protection of CUI from Advanced Persistent Threats or APTs. It includes NIST SP 800-171B and includes enhanced detection and response capabilities.</a:t>
            </a:r>
          </a:p>
          <a:p>
            <a:pPr marL="457200" lvl="1" indent="0">
              <a:buNone/>
            </a:pPr>
            <a:r>
              <a:rPr lang="en-US" sz="1800" dirty="0"/>
              <a:t>Ex: Security procedure from mobile devices,</a:t>
            </a:r>
            <a:r>
              <a:rPr lang="en-US"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Network segmentation</a:t>
            </a:r>
            <a:endParaRPr lang="en-US"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457200" lvl="1" indent="0">
              <a:buNone/>
            </a:pPr>
            <a:endParaRPr lang="en-US" sz="1600" dirty="0"/>
          </a:p>
        </p:txBody>
      </p:sp>
    </p:spTree>
    <p:extLst>
      <p:ext uri="{BB962C8B-B14F-4D97-AF65-F5344CB8AC3E}">
        <p14:creationId xmlns:p14="http://schemas.microsoft.com/office/powerpoint/2010/main" val="36104423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E03B37-7686-4157-90A9-5A92F0BCC190}"/>
              </a:ext>
            </a:extLst>
          </p:cNvPr>
          <p:cNvSpPr>
            <a:spLocks noGrp="1"/>
          </p:cNvSpPr>
          <p:nvPr>
            <p:ph idx="1"/>
          </p:nvPr>
        </p:nvSpPr>
        <p:spPr/>
        <p:txBody>
          <a:bodyPr>
            <a:normAutofit/>
          </a:bodyPr>
          <a:lstStyle/>
          <a:p>
            <a:pPr algn="l" fontAlgn="base"/>
            <a:r>
              <a:rPr lang="en-US" sz="1800" b="1" i="0" u="sng" dirty="0">
                <a:effectLst/>
              </a:rPr>
              <a:t>CMMC Level 5</a:t>
            </a:r>
          </a:p>
          <a:p>
            <a:pPr marL="0" indent="0" algn="l" fontAlgn="base">
              <a:buNone/>
            </a:pPr>
            <a:r>
              <a:rPr lang="en-US" sz="1800" b="1" i="0" dirty="0">
                <a:effectLst/>
              </a:rPr>
              <a:t>Processes: Optimizing</a:t>
            </a:r>
          </a:p>
          <a:p>
            <a:pPr marL="0" indent="0" algn="l" fontAlgn="base">
              <a:buNone/>
            </a:pPr>
            <a:r>
              <a:rPr lang="en-US" sz="1800" b="0" i="0" dirty="0">
                <a:effectLst/>
              </a:rPr>
              <a:t>Level 5 requires an organization to take corrective action towards improving process implementation across the organization.</a:t>
            </a:r>
          </a:p>
          <a:p>
            <a:pPr marL="0" indent="0" algn="l" fontAlgn="base">
              <a:buNone/>
            </a:pPr>
            <a:r>
              <a:rPr lang="en-US" sz="1800" b="1" i="0" dirty="0">
                <a:effectLst/>
              </a:rPr>
              <a:t>Practices: Advanced/Proactive</a:t>
            </a:r>
          </a:p>
          <a:p>
            <a:pPr marL="0" indent="0" algn="l" fontAlgn="base">
              <a:buNone/>
            </a:pPr>
            <a:r>
              <a:rPr lang="en-US" sz="1800" b="0" i="0" dirty="0">
                <a:effectLst/>
              </a:rPr>
              <a:t>Level 5 increases the depth and sophistication of cybersecurity capabilities.</a:t>
            </a:r>
          </a:p>
          <a:p>
            <a:pPr marL="0" indent="0">
              <a:buNone/>
            </a:pPr>
            <a:r>
              <a:rPr lang="en-US" sz="1800" dirty="0"/>
              <a:t>	Ex: 24-hour security center, </a:t>
            </a:r>
            <a:r>
              <a:rPr lang="en-US" sz="1800" dirty="0">
                <a:solidFill>
                  <a:srgbClr val="000000"/>
                </a:solidFill>
                <a:effectLst/>
                <a:latin typeface="Calibri" panose="020F0502020204030204" pitchFamily="34" charset="0"/>
                <a:ea typeface="Times New Roman" panose="02020603050405020304" pitchFamily="18" charset="0"/>
              </a:rPr>
              <a:t>Real-time asset tracking</a:t>
            </a:r>
            <a:endParaRPr lang="en-US" sz="1800" dirty="0"/>
          </a:p>
          <a:p>
            <a:pPr marL="0" indent="0">
              <a:buNone/>
            </a:pPr>
            <a:r>
              <a:rPr lang="en-US" sz="1800" dirty="0"/>
              <a:t>	</a:t>
            </a:r>
          </a:p>
        </p:txBody>
      </p:sp>
    </p:spTree>
    <p:extLst>
      <p:ext uri="{BB962C8B-B14F-4D97-AF65-F5344CB8AC3E}">
        <p14:creationId xmlns:p14="http://schemas.microsoft.com/office/powerpoint/2010/main" val="16495682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Certification</a:t>
            </a:r>
          </a:p>
        </p:txBody>
      </p:sp>
      <p:sp>
        <p:nvSpPr>
          <p:cNvPr id="3" name="Content Placeholder 2"/>
          <p:cNvSpPr>
            <a:spLocks noGrp="1"/>
          </p:cNvSpPr>
          <p:nvPr>
            <p:ph idx="1"/>
          </p:nvPr>
        </p:nvSpPr>
        <p:spPr/>
        <p:txBody>
          <a:bodyPr>
            <a:normAutofit/>
          </a:bodyPr>
          <a:lstStyle/>
          <a:p>
            <a:r>
              <a:rPr lang="en-US" sz="1800" b="1" dirty="0"/>
              <a:t>Certification process:</a:t>
            </a:r>
            <a:endParaRPr lang="en-IN" sz="1800" dirty="0"/>
          </a:p>
          <a:p>
            <a:pPr marL="914400" lvl="1" indent="-457200">
              <a:buFont typeface="+mj-lt"/>
              <a:buAutoNum type="arabicPeriod"/>
            </a:pPr>
            <a:r>
              <a:rPr lang="en-US" sz="1800" dirty="0"/>
              <a:t>Companies seeking a CMMC Certificate will first need to identify the desired maturity level they want to be audited for compliance. </a:t>
            </a:r>
          </a:p>
          <a:p>
            <a:pPr marL="914400" lvl="1" indent="-457200">
              <a:buFont typeface="+mj-lt"/>
              <a:buAutoNum type="arabicPeriod"/>
            </a:pPr>
            <a:r>
              <a:rPr lang="en-US" sz="1800" dirty="0"/>
              <a:t>Companies will then need to find an available C3PAO.</a:t>
            </a:r>
          </a:p>
          <a:p>
            <a:pPr marL="914400" lvl="1" indent="-457200">
              <a:buFont typeface="+mj-lt"/>
              <a:buAutoNum type="arabicPeriod"/>
            </a:pPr>
            <a:r>
              <a:rPr lang="en-US" sz="1800" dirty="0"/>
              <a:t>The third party will schedule the assessment with the certified independent assessor.</a:t>
            </a:r>
          </a:p>
          <a:p>
            <a:pPr marL="914400" lvl="1" indent="-457200">
              <a:buFont typeface="+mj-lt"/>
              <a:buAutoNum type="arabicPeriod"/>
            </a:pPr>
            <a:r>
              <a:rPr lang="en-US" sz="1800" dirty="0"/>
              <a:t> DIB companies will select one of the Authorized or Accredited C3PAOs from the CMMC-AB Marketplace website.</a:t>
            </a:r>
            <a:endParaRPr lang="en-IN" sz="1800" dirty="0"/>
          </a:p>
          <a:p>
            <a:pPr marL="914400" lvl="1" indent="-457200">
              <a:buFont typeface="+mj-lt"/>
              <a:buAutoNum type="arabicPeriod"/>
            </a:pPr>
            <a:r>
              <a:rPr lang="en-US" sz="1800" dirty="0"/>
              <a:t>The DIB company and the selected C3PAO will coordinate and plan the CMMC assessment as well as complete appropriate contractual agreements.</a:t>
            </a:r>
            <a:endParaRPr lang="en-IN" sz="1800" dirty="0"/>
          </a:p>
          <a:p>
            <a:pPr marL="914400" lvl="1" indent="-457200">
              <a:buFont typeface="+mj-lt"/>
              <a:buAutoNum type="arabicPeriod"/>
            </a:pPr>
            <a:r>
              <a:rPr lang="en-US" sz="1800" dirty="0"/>
              <a:t>After the completion of the CMMC assessment, the C3PAO will provide an assessment report and if there are no deficiencies, issue the appropriate CMMC certificate to the DIB company for the specified certification boundary.</a:t>
            </a:r>
            <a:endParaRPr lang="en-IN" sz="1800" dirty="0"/>
          </a:p>
          <a:p>
            <a:pPr marL="914400" lvl="1" indent="-457200">
              <a:buFont typeface="+mj-lt"/>
              <a:buAutoNum type="arabicPeriod"/>
            </a:pPr>
            <a:r>
              <a:rPr lang="en-US" sz="1800" dirty="0"/>
              <a:t>The C3PAO will also submit a copy of the assessment report and CMMC certificate to the DoD.</a:t>
            </a:r>
            <a:endParaRPr lang="en-IN" sz="1800" dirty="0"/>
          </a:p>
          <a:p>
            <a:pPr marL="914400" lvl="1" indent="-457200">
              <a:buFont typeface="+mj-lt"/>
              <a:buAutoNum type="arabicPeriod"/>
            </a:pPr>
            <a:r>
              <a:rPr lang="en-US" sz="1800" dirty="0"/>
              <a:t> A CMMC certificate will be valid for 3 years and there are no self-certifications.</a:t>
            </a:r>
            <a:endParaRPr lang="en-IN" sz="1800" dirty="0"/>
          </a:p>
          <a:p>
            <a:r>
              <a:rPr lang="en-US" sz="1800" b="1" dirty="0"/>
              <a:t>Cost of the certification:</a:t>
            </a:r>
            <a:endParaRPr lang="en-IN" sz="1800" dirty="0"/>
          </a:p>
          <a:p>
            <a:pPr lvl="2"/>
            <a:r>
              <a:rPr lang="en-US" sz="1800" dirty="0"/>
              <a:t>Office of the Under Secretary of Defense Acquisition &amp; Sustainment, estimated that a company should expect to pay between </a:t>
            </a:r>
            <a:r>
              <a:rPr lang="en-US" sz="1800" b="1" dirty="0"/>
              <a:t>$3,000</a:t>
            </a:r>
            <a:r>
              <a:rPr lang="en-US" sz="1800" dirty="0"/>
              <a:t> – </a:t>
            </a:r>
            <a:r>
              <a:rPr lang="en-US" sz="1800" b="1" dirty="0"/>
              <a:t>$5,000</a:t>
            </a:r>
            <a:r>
              <a:rPr lang="en-US" sz="1800" dirty="0"/>
              <a:t> for CMMC level one certification. </a:t>
            </a:r>
          </a:p>
          <a:p>
            <a:pPr lvl="2"/>
            <a:r>
              <a:rPr lang="en-US" sz="1800" dirty="0"/>
              <a:t>The costs will increase as the levels go up.</a:t>
            </a:r>
            <a:endParaRPr lang="en-IN" sz="1800" dirty="0"/>
          </a:p>
          <a:p>
            <a:endParaRPr lang="en-IN" sz="1800" dirty="0"/>
          </a:p>
        </p:txBody>
      </p:sp>
    </p:spTree>
    <p:extLst>
      <p:ext uri="{BB962C8B-B14F-4D97-AF65-F5344CB8AC3E}">
        <p14:creationId xmlns:p14="http://schemas.microsoft.com/office/powerpoint/2010/main" val="25595803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What Are the Requirements?</a:t>
            </a:r>
            <a:endParaRPr lang="en-IN" dirty="0"/>
          </a:p>
        </p:txBody>
      </p:sp>
      <p:sp>
        <p:nvSpPr>
          <p:cNvPr id="3" name="Content Placeholder 2"/>
          <p:cNvSpPr>
            <a:spLocks noGrp="1"/>
          </p:cNvSpPr>
          <p:nvPr>
            <p:ph idx="1"/>
          </p:nvPr>
        </p:nvSpPr>
        <p:spPr/>
        <p:txBody>
          <a:bodyPr>
            <a:normAutofit/>
          </a:bodyPr>
          <a:lstStyle/>
          <a:p>
            <a:r>
              <a:rPr lang="en-US" sz="1800" dirty="0"/>
              <a:t>The requirements for CMMC certification will depend on the level of certification required. </a:t>
            </a:r>
          </a:p>
          <a:p>
            <a:r>
              <a:rPr lang="en-US" sz="1800" dirty="0"/>
              <a:t>So, a Level 2 certification includes all the Level 1 requirements, and a Level 5 certification requires an organization to meet the requirements for Levels 1-4. </a:t>
            </a:r>
          </a:p>
          <a:p>
            <a:r>
              <a:rPr lang="en-US" sz="1800" dirty="0"/>
              <a:t>Across the five levels, the certification requirements include:</a:t>
            </a:r>
            <a:endParaRPr lang="en-IN" sz="1800" dirty="0"/>
          </a:p>
          <a:p>
            <a:pPr lvl="1"/>
            <a:r>
              <a:rPr lang="en-US" sz="1800" dirty="0"/>
              <a:t>43 capabilities spanning 17 capability domains.</a:t>
            </a:r>
            <a:endParaRPr lang="en-IN" sz="1800" dirty="0"/>
          </a:p>
          <a:p>
            <a:pPr lvl="1"/>
            <a:r>
              <a:rPr lang="en-US" sz="1800" dirty="0"/>
              <a:t>Five processes to measure process maturity.</a:t>
            </a:r>
            <a:endParaRPr lang="en-IN" sz="1800" dirty="0"/>
          </a:p>
          <a:p>
            <a:pPr lvl="1"/>
            <a:r>
              <a:rPr lang="en-US" sz="1800" dirty="0"/>
              <a:t>171 practices to measure technical capacity.</a:t>
            </a:r>
            <a:endParaRPr lang="en-IN" sz="1800" dirty="0"/>
          </a:p>
          <a:p>
            <a:r>
              <a:rPr lang="en-US" sz="1800" dirty="0"/>
              <a:t>The requirements are broken into practices and processes. </a:t>
            </a:r>
          </a:p>
          <a:p>
            <a:r>
              <a:rPr lang="en-US" sz="1800" dirty="0"/>
              <a:t>To meet each certification level, a contractor must achieve the requirements for both the practices and processes associated with the level across many capabilities. </a:t>
            </a:r>
            <a:endParaRPr lang="en-IN" sz="1800" dirty="0"/>
          </a:p>
          <a:p>
            <a:endParaRPr lang="en-IN" sz="1800" dirty="0"/>
          </a:p>
        </p:txBody>
      </p:sp>
    </p:spTree>
    <p:extLst>
      <p:ext uri="{BB962C8B-B14F-4D97-AF65-F5344CB8AC3E}">
        <p14:creationId xmlns:p14="http://schemas.microsoft.com/office/powerpoint/2010/main" val="15501264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l="13693" r="13693"/>
          <a:stretch>
            <a:fillRect/>
          </a:stretch>
        </p:blipFill>
        <p:spPr>
          <a:xfrm>
            <a:off x="5839351" y="-1"/>
            <a:ext cx="6352651" cy="6556788"/>
          </a:xfrm>
        </p:spPr>
      </p:pic>
      <p:sp>
        <p:nvSpPr>
          <p:cNvPr id="9" name="TextBox 8"/>
          <p:cNvSpPr txBox="1"/>
          <p:nvPr/>
        </p:nvSpPr>
        <p:spPr>
          <a:xfrm>
            <a:off x="1947334" y="1998134"/>
            <a:ext cx="3489481" cy="913007"/>
          </a:xfrm>
          <a:prstGeom prst="rect">
            <a:avLst/>
          </a:prstGeom>
          <a:noFill/>
        </p:spPr>
        <p:txBody>
          <a:bodyPr wrap="none" rtlCol="0">
            <a:spAutoFit/>
          </a:bodyPr>
          <a:lstStyle/>
          <a:p>
            <a:r>
              <a:rPr lang="en-IN" sz="5333" b="1" dirty="0">
                <a:solidFill>
                  <a:schemeClr val="bg2"/>
                </a:solidFill>
              </a:rPr>
              <a:t>Thank </a:t>
            </a:r>
            <a:r>
              <a:rPr lang="en-IN" sz="5333" b="1" dirty="0">
                <a:solidFill>
                  <a:srgbClr val="FFC000"/>
                </a:solidFill>
              </a:rPr>
              <a:t>You</a:t>
            </a:r>
            <a:r>
              <a:rPr lang="en-IN" sz="5333" b="1" dirty="0">
                <a:solidFill>
                  <a:schemeClr val="bg2"/>
                </a:solidFill>
              </a:rPr>
              <a:t> !</a:t>
            </a:r>
          </a:p>
        </p:txBody>
      </p:sp>
      <p:pic>
        <p:nvPicPr>
          <p:cNvPr id="4" name="Picture 3">
            <a:hlinkClick r:id="rId3" action="ppaction://hlinksldjump"/>
            <a:extLst>
              <a:ext uri="{FF2B5EF4-FFF2-40B4-BE49-F238E27FC236}">
                <a16:creationId xmlns:a16="http://schemas.microsoft.com/office/drawing/2014/main" id="{E64500E8-6DE5-420E-A176-916B47731F30}"/>
              </a:ext>
            </a:extLst>
          </p:cNvPr>
          <p:cNvPicPr>
            <a:picLocks noChangeAspect="1"/>
          </p:cNvPicPr>
          <p:nvPr/>
        </p:nvPicPr>
        <p:blipFill rotWithShape="1">
          <a:blip r:embed="rId4"/>
          <a:srcRect l="50706" t="14152" r="28593" b="50055"/>
          <a:stretch/>
        </p:blipFill>
        <p:spPr>
          <a:xfrm>
            <a:off x="11183059" y="5611181"/>
            <a:ext cx="720605" cy="700524"/>
          </a:xfrm>
          <a:prstGeom prst="ellipse">
            <a:avLst/>
          </a:prstGeom>
          <a:ln w="63500" cap="rnd">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spTree>
    <p:extLst>
      <p:ext uri="{BB962C8B-B14F-4D97-AF65-F5344CB8AC3E}">
        <p14:creationId xmlns:p14="http://schemas.microsoft.com/office/powerpoint/2010/main" val="40380078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398</TotalTime>
  <Words>1149</Words>
  <Application>Microsoft Office PowerPoint</Application>
  <PresentationFormat>Widescreen</PresentationFormat>
  <Paragraphs>100</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Calibri Light</vt:lpstr>
      <vt:lpstr>Office Theme</vt:lpstr>
      <vt:lpstr>Cyber Security Maturity Model Certification (CMMC)</vt:lpstr>
      <vt:lpstr>Agenda </vt:lpstr>
      <vt:lpstr>What is CMMC?</vt:lpstr>
      <vt:lpstr>What is this standard for?</vt:lpstr>
      <vt:lpstr>PowerPoint Presentation</vt:lpstr>
      <vt:lpstr>PowerPoint Presentation</vt:lpstr>
      <vt:lpstr>The CMMC Framework and 5 Levels</vt:lpstr>
      <vt:lpstr>PowerPoint Presentation</vt:lpstr>
      <vt:lpstr>PowerPoint Presentation</vt:lpstr>
      <vt:lpstr>PowerPoint Presentation</vt:lpstr>
      <vt:lpstr>Certification</vt:lpstr>
      <vt:lpstr>What Are the Requirements?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 Security Maturity Model Certification (CMMC)</dc:title>
  <dc:creator>Madhura Ramojwar</dc:creator>
  <cp:lastModifiedBy>Madhura Ramojwar</cp:lastModifiedBy>
  <cp:revision>27</cp:revision>
  <dcterms:created xsi:type="dcterms:W3CDTF">2021-02-04T09:53:06Z</dcterms:created>
  <dcterms:modified xsi:type="dcterms:W3CDTF">2021-02-05T11:27:55Z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b5591f2-6b23-403d-aa5f-b6d577f5e572_Enabled">
    <vt:lpwstr>true</vt:lpwstr>
  </property>
  <property fmtid="{D5CDD505-2E9C-101B-9397-08002B2CF9AE}" pid="3" name="MSIP_Label_4b5591f2-6b23-403d-aa5f-b6d577f5e572_SetDate">
    <vt:lpwstr>2021-02-05T05:40:42Z</vt:lpwstr>
  </property>
  <property fmtid="{D5CDD505-2E9C-101B-9397-08002B2CF9AE}" pid="4" name="MSIP_Label_4b5591f2-6b23-403d-aa5f-b6d577f5e572_Method">
    <vt:lpwstr>Standard</vt:lpwstr>
  </property>
  <property fmtid="{D5CDD505-2E9C-101B-9397-08002B2CF9AE}" pid="5" name="MSIP_Label_4b5591f2-6b23-403d-aa5f-b6d577f5e572_Name">
    <vt:lpwstr>4b5591f2-6b23-403d-aa5f-b6d577f5e572</vt:lpwstr>
  </property>
  <property fmtid="{D5CDD505-2E9C-101B-9397-08002B2CF9AE}" pid="6" name="MSIP_Label_4b5591f2-6b23-403d-aa5f-b6d577f5e572_SiteId">
    <vt:lpwstr>311b3378-8e8a-4b5e-a33f-e80a3d8ba60a</vt:lpwstr>
  </property>
  <property fmtid="{D5CDD505-2E9C-101B-9397-08002B2CF9AE}" pid="7" name="MSIP_Label_4b5591f2-6b23-403d-aa5f-b6d577f5e572_ActionId">
    <vt:lpwstr>ab1cd4f9-53cf-459e-adac-0000efe6c060</vt:lpwstr>
  </property>
  <property fmtid="{D5CDD505-2E9C-101B-9397-08002B2CF9AE}" pid="8" name="MSIP_Label_4b5591f2-6b23-403d-aa5f-b6d577f5e572_ContentBits">
    <vt:lpwstr>0</vt:lpwstr>
  </property>
</Properties>
</file>
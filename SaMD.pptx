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300" r:id="rId3"/>
    <p:sldId id="271" r:id="rId4"/>
    <p:sldId id="301" r:id="rId5"/>
    <p:sldId id="275" r:id="rId6"/>
    <p:sldId id="277" r:id="rId7"/>
    <p:sldId id="276" r:id="rId8"/>
    <p:sldId id="278" r:id="rId9"/>
    <p:sldId id="279" r:id="rId10"/>
    <p:sldId id="281" r:id="rId11"/>
    <p:sldId id="280" r:id="rId12"/>
    <p:sldId id="283" r:id="rId13"/>
    <p:sldId id="284" r:id="rId14"/>
    <p:sldId id="285" r:id="rId15"/>
    <p:sldId id="286" r:id="rId16"/>
    <p:sldId id="287" r:id="rId17"/>
    <p:sldId id="282" r:id="rId18"/>
    <p:sldId id="288" r:id="rId19"/>
    <p:sldId id="296" r:id="rId20"/>
    <p:sldId id="295" r:id="rId21"/>
    <p:sldId id="289" r:id="rId22"/>
    <p:sldId id="290" r:id="rId23"/>
    <p:sldId id="292" r:id="rId24"/>
    <p:sldId id="293" r:id="rId25"/>
    <p:sldId id="294" r:id="rId26"/>
    <p:sldId id="297" r:id="rId27"/>
    <p:sldId id="298" r:id="rId28"/>
    <p:sldId id="299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7AFA830-DCCF-4A0C-A0A3-2BBB1D6F9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06765AAE-9F96-4FF9-932C-03E5AB75DD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057FB44-6EFA-4632-A8C6-70FFB8749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7A110-BA27-4DE8-B7E0-CC739A2F998B}" type="datetimeFigureOut">
              <a:rPr lang="en-US" smtClean="0"/>
              <a:t>2/17/2021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933290E-ABA1-40D3-8DE8-0A1CAF622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65CCD6A-0CF3-4263-9311-97DBC6D1E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54C32-B4DF-4384-A491-86E84C45B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882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D4E1C7-A9FA-43EF-977F-59F1E0FF1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DBFDF01-371E-4125-8ACB-12499313D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11F7292-1608-4055-AA29-AC63C33BC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7A110-BA27-4DE8-B7E0-CC739A2F998B}" type="datetimeFigureOut">
              <a:rPr lang="en-US" smtClean="0"/>
              <a:t>2/17/2021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85EDD80-CC9B-48AC-A2DA-8A1F01954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424AD4E-51A9-4FE3-9F78-62B8E7900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54C32-B4DF-4384-A491-86E84C45B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870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24268E1-5E85-43D6-B0DD-E5C3A4F97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22F7B29-0A2F-4A44-9AD6-63E4B20723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F2BBF82-69BA-4D7A-BD8B-C86B7F2F5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7A110-BA27-4DE8-B7E0-CC739A2F998B}" type="datetimeFigureOut">
              <a:rPr lang="en-US" smtClean="0"/>
              <a:t>2/17/2021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57FA4AA-E12D-426F-8FFA-7F12AA725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6899464-E007-4303-9527-0ADD5E879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54C32-B4DF-4384-A491-86E84C45B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270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3FBDC96-AC12-46F7-BC50-5BC3AFE1A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E42E124-F786-4248-B480-9371A67333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6A0B42CA-B9B2-4B54-88A7-E23C0D1171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B558051-7AB2-434E-94EA-25FCEE510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7A110-BA27-4DE8-B7E0-CC739A2F998B}" type="datetimeFigureOut">
              <a:rPr lang="en-US" smtClean="0"/>
              <a:t>2/17/2021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81CF7AF-1E40-489C-9C13-4FBA6DDCB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A7EE7B9-2D24-47D6-A7B1-885FC246F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54C32-B4DF-4384-A491-86E84C45B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528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25326A3-42CD-4481-9B8F-9E73640B8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15BCFE3-FB0D-4071-AAB8-D7E62148A7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B08142B7-5508-4FD8-843D-80F75A3B23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BE22225C-076D-4C52-81EF-C81926E6E0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09BA6DC1-00B8-4BE4-B09D-5B4F88FAFA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3E78CAEA-D567-42F8-B883-52CBA0463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7A110-BA27-4DE8-B7E0-CC739A2F998B}" type="datetimeFigureOut">
              <a:rPr lang="en-US" smtClean="0"/>
              <a:t>2/17/2021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1FDCFD06-9201-4063-B911-E42031417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9E991E08-7277-47C8-BC81-9B565D320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54C32-B4DF-4384-A491-86E84C45B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325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3164645-5CB1-472A-A1D9-334487D94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1D81C327-1E9E-4DF2-BDF5-14801A5E4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7A110-BA27-4DE8-B7E0-CC739A2F998B}" type="datetimeFigureOut">
              <a:rPr lang="en-US" smtClean="0"/>
              <a:t>2/17/2021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7B851089-6497-4048-BD32-53E50B755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DFED98D9-1138-4D6D-8BC5-471A42ECC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54C32-B4DF-4384-A491-86E84C45B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886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4C0838B0-34D9-40A3-997F-10C7DB84A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7A110-BA27-4DE8-B7E0-CC739A2F998B}" type="datetimeFigureOut">
              <a:rPr lang="en-US" smtClean="0"/>
              <a:t>2/17/2021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F282D918-C845-4F7B-A8BF-F5007914B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3BBAD3C-D22D-4232-975C-44F25E7CF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54C32-B4DF-4384-A491-86E84C45B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383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7F36BB-991B-4FF3-A505-AB3365E92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059BDE0-3675-439F-A4B6-52A6330F6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42CF122-A458-4515-A0FB-AE0049DC1B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D91697B-2DEA-4DF4-80CC-B1816F48E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7A110-BA27-4DE8-B7E0-CC739A2F998B}" type="datetimeFigureOut">
              <a:rPr lang="en-US" smtClean="0"/>
              <a:t>2/17/2021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1FD3691-14CD-4468-9F05-EDDABD9EA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FB9A7CB-649E-4BA0-9F99-B50BE9EA0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54C32-B4DF-4384-A491-86E84C45B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915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446EFF-5673-424E-BA8C-5859931CA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AC2EC0BE-C220-4493-B06F-7C1FCA15DE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C28C6EAB-1F07-462B-89FC-C811E74A42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00D9C52-CC80-47A9-A175-FF2EBE59D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7A110-BA27-4DE8-B7E0-CC739A2F998B}" type="datetimeFigureOut">
              <a:rPr lang="en-US" smtClean="0"/>
              <a:t>2/17/2021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D640B32-BF19-4DE3-A3E7-CFA0940C6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71BBAF2-C6A8-46C8-8B0C-A0399A843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54C32-B4DF-4384-A491-86E84C45B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705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7E50A40-5396-4462-A063-B603CDF78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85559E1B-2B79-4ECB-890F-552CA02BD8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2C4D369-11A9-4FCA-8257-65DDD6248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7A110-BA27-4DE8-B7E0-CC739A2F998B}" type="datetimeFigureOut">
              <a:rPr lang="en-US" smtClean="0"/>
              <a:t>2/17/2021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B27254D-7653-4AAC-9806-7B4FE94CC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5BA1F5E-3909-454C-B3B1-032E6AEBA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54C32-B4DF-4384-A491-86E84C45B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834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CB5D2219-93E0-47F4-A10F-423FC998AA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FBD9874-01FB-4157-A849-C613607DD9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A1B770E-660C-491B-9F10-7E7B4B219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7A110-BA27-4DE8-B7E0-CC739A2F998B}" type="datetimeFigureOut">
              <a:rPr lang="en-US" smtClean="0"/>
              <a:t>2/17/2021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997FC6A-43DE-4736-9EFB-07AA7A6A9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9332375-9437-45BE-A4D1-B6E876F82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54C32-B4DF-4384-A491-86E84C45B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4337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" name="Group 212"/>
          <p:cNvGrpSpPr/>
          <p:nvPr userDrawn="1"/>
        </p:nvGrpSpPr>
        <p:grpSpPr bwMode="gray">
          <a:xfrm>
            <a:off x="-1" y="0"/>
            <a:ext cx="12183353" cy="6553200"/>
            <a:chOff x="-1" y="0"/>
            <a:chExt cx="9137515" cy="4914900"/>
          </a:xfrm>
        </p:grpSpPr>
        <p:cxnSp>
          <p:nvCxnSpPr>
            <p:cNvPr id="63" name="Straight Connector 62"/>
            <p:cNvCxnSpPr/>
            <p:nvPr userDrawn="1"/>
          </p:nvCxnSpPr>
          <p:spPr bwMode="gray">
            <a:xfrm>
              <a:off x="14257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 userDrawn="1"/>
          </p:nvCxnSpPr>
          <p:spPr bwMode="gray">
            <a:xfrm>
              <a:off x="29530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 userDrawn="1"/>
          </p:nvCxnSpPr>
          <p:spPr bwMode="gray">
            <a:xfrm>
              <a:off x="44802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 userDrawn="1"/>
          </p:nvCxnSpPr>
          <p:spPr bwMode="gray">
            <a:xfrm>
              <a:off x="60075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 userDrawn="1"/>
          </p:nvCxnSpPr>
          <p:spPr bwMode="gray">
            <a:xfrm>
              <a:off x="75348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 userDrawn="1"/>
          </p:nvCxnSpPr>
          <p:spPr bwMode="gray">
            <a:xfrm>
              <a:off x="90621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 userDrawn="1"/>
          </p:nvCxnSpPr>
          <p:spPr bwMode="gray">
            <a:xfrm>
              <a:off x="105894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 userDrawn="1"/>
          </p:nvCxnSpPr>
          <p:spPr bwMode="gray">
            <a:xfrm>
              <a:off x="121167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 userDrawn="1"/>
          </p:nvCxnSpPr>
          <p:spPr bwMode="gray">
            <a:xfrm>
              <a:off x="136440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 userDrawn="1"/>
          </p:nvCxnSpPr>
          <p:spPr bwMode="gray">
            <a:xfrm>
              <a:off x="151713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 userDrawn="1"/>
          </p:nvCxnSpPr>
          <p:spPr bwMode="gray">
            <a:xfrm>
              <a:off x="166986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 userDrawn="1"/>
          </p:nvCxnSpPr>
          <p:spPr bwMode="gray">
            <a:xfrm>
              <a:off x="182259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 userDrawn="1"/>
          </p:nvCxnSpPr>
          <p:spPr bwMode="gray">
            <a:xfrm>
              <a:off x="1975325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 userDrawn="1"/>
          </p:nvCxnSpPr>
          <p:spPr bwMode="gray">
            <a:xfrm>
              <a:off x="2128055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 userDrawn="1"/>
          </p:nvCxnSpPr>
          <p:spPr bwMode="gray">
            <a:xfrm>
              <a:off x="2280784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 userDrawn="1"/>
          </p:nvCxnSpPr>
          <p:spPr bwMode="gray">
            <a:xfrm>
              <a:off x="2433514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 userDrawn="1"/>
          </p:nvCxnSpPr>
          <p:spPr bwMode="gray">
            <a:xfrm>
              <a:off x="2586244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 userDrawn="1"/>
          </p:nvCxnSpPr>
          <p:spPr bwMode="gray">
            <a:xfrm>
              <a:off x="273897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 userDrawn="1"/>
          </p:nvCxnSpPr>
          <p:spPr bwMode="gray">
            <a:xfrm>
              <a:off x="289170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/>
            <p:nvPr userDrawn="1"/>
          </p:nvCxnSpPr>
          <p:spPr bwMode="gray">
            <a:xfrm>
              <a:off x="304443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 userDrawn="1"/>
          </p:nvCxnSpPr>
          <p:spPr bwMode="gray">
            <a:xfrm>
              <a:off x="319716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/>
            <p:nvPr userDrawn="1"/>
          </p:nvCxnSpPr>
          <p:spPr bwMode="gray">
            <a:xfrm>
              <a:off x="334989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/>
            <p:nvPr userDrawn="1"/>
          </p:nvCxnSpPr>
          <p:spPr bwMode="gray">
            <a:xfrm>
              <a:off x="350262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/>
            <p:nvPr userDrawn="1"/>
          </p:nvCxnSpPr>
          <p:spPr bwMode="gray">
            <a:xfrm>
              <a:off x="365535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/>
            <p:nvPr userDrawn="1"/>
          </p:nvCxnSpPr>
          <p:spPr bwMode="gray">
            <a:xfrm>
              <a:off x="380808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/>
            <p:nvPr userDrawn="1"/>
          </p:nvCxnSpPr>
          <p:spPr bwMode="gray">
            <a:xfrm>
              <a:off x="396081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/>
            <p:nvPr userDrawn="1"/>
          </p:nvCxnSpPr>
          <p:spPr bwMode="gray">
            <a:xfrm>
              <a:off x="411354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/>
            <p:nvPr userDrawn="1"/>
          </p:nvCxnSpPr>
          <p:spPr bwMode="gray">
            <a:xfrm>
              <a:off x="426626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/>
            <p:nvPr userDrawn="1"/>
          </p:nvCxnSpPr>
          <p:spPr bwMode="gray">
            <a:xfrm>
              <a:off x="441899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/>
            <p:nvPr userDrawn="1"/>
          </p:nvCxnSpPr>
          <p:spPr bwMode="gray">
            <a:xfrm>
              <a:off x="457172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/>
            <p:cNvCxnSpPr/>
            <p:nvPr userDrawn="1"/>
          </p:nvCxnSpPr>
          <p:spPr bwMode="gray">
            <a:xfrm>
              <a:off x="472445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/>
            <p:nvPr userDrawn="1"/>
          </p:nvCxnSpPr>
          <p:spPr bwMode="gray">
            <a:xfrm>
              <a:off x="487718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/>
            <p:nvPr userDrawn="1"/>
          </p:nvCxnSpPr>
          <p:spPr bwMode="gray">
            <a:xfrm>
              <a:off x="502991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/>
            <p:cNvCxnSpPr/>
            <p:nvPr userDrawn="1"/>
          </p:nvCxnSpPr>
          <p:spPr bwMode="gray">
            <a:xfrm>
              <a:off x="518264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/>
            <p:cNvCxnSpPr/>
            <p:nvPr userDrawn="1"/>
          </p:nvCxnSpPr>
          <p:spPr bwMode="gray">
            <a:xfrm>
              <a:off x="533537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 userDrawn="1"/>
          </p:nvCxnSpPr>
          <p:spPr bwMode="gray">
            <a:xfrm>
              <a:off x="548810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 userDrawn="1"/>
          </p:nvCxnSpPr>
          <p:spPr bwMode="gray">
            <a:xfrm>
              <a:off x="564083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 userDrawn="1"/>
          </p:nvCxnSpPr>
          <p:spPr bwMode="gray">
            <a:xfrm>
              <a:off x="5793565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 userDrawn="1"/>
          </p:nvCxnSpPr>
          <p:spPr bwMode="gray">
            <a:xfrm>
              <a:off x="5946295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 userDrawn="1"/>
          </p:nvCxnSpPr>
          <p:spPr bwMode="gray">
            <a:xfrm>
              <a:off x="6099025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 userDrawn="1"/>
          </p:nvCxnSpPr>
          <p:spPr bwMode="gray">
            <a:xfrm>
              <a:off x="6251754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 userDrawn="1"/>
          </p:nvCxnSpPr>
          <p:spPr bwMode="gray">
            <a:xfrm>
              <a:off x="6404484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 userDrawn="1"/>
          </p:nvCxnSpPr>
          <p:spPr bwMode="gray">
            <a:xfrm>
              <a:off x="655721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 userDrawn="1"/>
          </p:nvCxnSpPr>
          <p:spPr bwMode="gray">
            <a:xfrm>
              <a:off x="670994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 userDrawn="1"/>
          </p:nvCxnSpPr>
          <p:spPr bwMode="gray">
            <a:xfrm>
              <a:off x="686267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 userDrawn="1"/>
          </p:nvCxnSpPr>
          <p:spPr bwMode="gray">
            <a:xfrm>
              <a:off x="701540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 userDrawn="1"/>
          </p:nvCxnSpPr>
          <p:spPr bwMode="gray">
            <a:xfrm>
              <a:off x="716813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 userDrawn="1"/>
          </p:nvCxnSpPr>
          <p:spPr bwMode="gray">
            <a:xfrm>
              <a:off x="732086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 userDrawn="1"/>
          </p:nvCxnSpPr>
          <p:spPr bwMode="gray">
            <a:xfrm>
              <a:off x="747359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 userDrawn="1"/>
          </p:nvCxnSpPr>
          <p:spPr bwMode="gray">
            <a:xfrm>
              <a:off x="762632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 userDrawn="1"/>
          </p:nvCxnSpPr>
          <p:spPr bwMode="gray">
            <a:xfrm>
              <a:off x="777905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 userDrawn="1"/>
          </p:nvCxnSpPr>
          <p:spPr bwMode="gray">
            <a:xfrm>
              <a:off x="793178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 userDrawn="1"/>
          </p:nvCxnSpPr>
          <p:spPr bwMode="gray">
            <a:xfrm>
              <a:off x="808450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/>
            <p:cNvCxnSpPr/>
            <p:nvPr userDrawn="1"/>
          </p:nvCxnSpPr>
          <p:spPr bwMode="gray">
            <a:xfrm>
              <a:off x="823723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/>
            <p:cNvCxnSpPr/>
            <p:nvPr userDrawn="1"/>
          </p:nvCxnSpPr>
          <p:spPr bwMode="gray">
            <a:xfrm>
              <a:off x="838996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/>
            <p:cNvCxnSpPr/>
            <p:nvPr userDrawn="1"/>
          </p:nvCxnSpPr>
          <p:spPr bwMode="gray">
            <a:xfrm>
              <a:off x="854269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 userDrawn="1"/>
          </p:nvCxnSpPr>
          <p:spPr bwMode="gray">
            <a:xfrm>
              <a:off x="869542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 userDrawn="1"/>
          </p:nvCxnSpPr>
          <p:spPr bwMode="gray">
            <a:xfrm>
              <a:off x="884815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 userDrawn="1"/>
          </p:nvCxnSpPr>
          <p:spPr bwMode="gray">
            <a:xfrm>
              <a:off x="900088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 bwMode="gray">
            <a:xfrm flipH="1">
              <a:off x="-1" y="0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 bwMode="gray">
            <a:xfrm flipH="1">
              <a:off x="-1" y="152838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 bwMode="gray">
            <a:xfrm flipH="1">
              <a:off x="-1" y="305676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 bwMode="gray">
            <a:xfrm flipH="1">
              <a:off x="-1" y="458514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 bwMode="gray">
            <a:xfrm flipH="1">
              <a:off x="-1" y="611352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 bwMode="gray">
            <a:xfrm flipH="1">
              <a:off x="-1" y="764190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 bwMode="gray">
            <a:xfrm flipH="1">
              <a:off x="-1" y="917028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 bwMode="gray">
            <a:xfrm flipH="1">
              <a:off x="-1" y="1069866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 bwMode="gray">
            <a:xfrm flipH="1">
              <a:off x="-1" y="1222704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 bwMode="gray">
            <a:xfrm flipH="1">
              <a:off x="-1" y="1375542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 bwMode="gray">
            <a:xfrm flipH="1">
              <a:off x="-1" y="1528380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 bwMode="gray">
            <a:xfrm flipH="1">
              <a:off x="-1" y="1681218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 bwMode="gray">
            <a:xfrm flipH="1">
              <a:off x="-1" y="1834056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 bwMode="gray">
            <a:xfrm flipH="1">
              <a:off x="-1" y="1986894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 bwMode="gray">
            <a:xfrm flipH="1">
              <a:off x="-1" y="2139732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 userDrawn="1"/>
          </p:nvCxnSpPr>
          <p:spPr bwMode="gray">
            <a:xfrm flipH="1">
              <a:off x="-1" y="2292570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 userDrawn="1"/>
          </p:nvCxnSpPr>
          <p:spPr bwMode="gray">
            <a:xfrm flipH="1">
              <a:off x="-1" y="2445408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 userDrawn="1"/>
          </p:nvCxnSpPr>
          <p:spPr bwMode="gray">
            <a:xfrm flipH="1">
              <a:off x="-1" y="2598246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 userDrawn="1"/>
          </p:nvCxnSpPr>
          <p:spPr bwMode="gray">
            <a:xfrm flipH="1">
              <a:off x="-1" y="2751084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 userDrawn="1"/>
          </p:nvCxnSpPr>
          <p:spPr bwMode="gray">
            <a:xfrm flipH="1">
              <a:off x="-1" y="2903922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 userDrawn="1"/>
          </p:nvCxnSpPr>
          <p:spPr bwMode="gray">
            <a:xfrm flipH="1">
              <a:off x="-1" y="3056760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 userDrawn="1"/>
          </p:nvCxnSpPr>
          <p:spPr bwMode="gray">
            <a:xfrm flipH="1">
              <a:off x="-1" y="3209598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 userDrawn="1"/>
          </p:nvCxnSpPr>
          <p:spPr bwMode="gray">
            <a:xfrm flipH="1">
              <a:off x="-1" y="3362436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 userDrawn="1"/>
          </p:nvCxnSpPr>
          <p:spPr bwMode="gray">
            <a:xfrm flipH="1">
              <a:off x="-1" y="3515274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 userDrawn="1"/>
          </p:nvCxnSpPr>
          <p:spPr bwMode="gray">
            <a:xfrm flipH="1">
              <a:off x="-1" y="3668112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 userDrawn="1"/>
          </p:nvCxnSpPr>
          <p:spPr bwMode="gray">
            <a:xfrm flipH="1">
              <a:off x="-1" y="3820950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 userDrawn="1"/>
          </p:nvCxnSpPr>
          <p:spPr bwMode="gray">
            <a:xfrm flipH="1">
              <a:off x="-1" y="3973788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 userDrawn="1"/>
          </p:nvCxnSpPr>
          <p:spPr bwMode="gray">
            <a:xfrm flipH="1">
              <a:off x="-1" y="4126626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 userDrawn="1"/>
          </p:nvCxnSpPr>
          <p:spPr bwMode="gray">
            <a:xfrm flipH="1">
              <a:off x="-1" y="4279464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 userDrawn="1"/>
          </p:nvCxnSpPr>
          <p:spPr bwMode="gray">
            <a:xfrm flipH="1">
              <a:off x="-1" y="4438170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 userDrawn="1"/>
          </p:nvCxnSpPr>
          <p:spPr bwMode="gray">
            <a:xfrm flipH="1">
              <a:off x="-1" y="4591008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 userDrawn="1"/>
          </p:nvCxnSpPr>
          <p:spPr bwMode="gray">
            <a:xfrm flipH="1">
              <a:off x="-1" y="4743846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 userDrawn="1"/>
          </p:nvCxnSpPr>
          <p:spPr bwMode="gray">
            <a:xfrm flipH="1">
              <a:off x="-1" y="4896684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/>
          <p:cNvGrpSpPr/>
          <p:nvPr userDrawn="1"/>
        </p:nvGrpSpPr>
        <p:grpSpPr bwMode="gray">
          <a:xfrm>
            <a:off x="266968" y="1007106"/>
            <a:ext cx="1065707" cy="1126383"/>
            <a:chOff x="-3330575" y="3005138"/>
            <a:chExt cx="1533526" cy="1620837"/>
          </a:xfrm>
          <a:solidFill>
            <a:srgbClr val="003F72"/>
          </a:solidFill>
        </p:grpSpPr>
        <p:sp>
          <p:nvSpPr>
            <p:cNvPr id="9" name="Freeform 6"/>
            <p:cNvSpPr>
              <a:spLocks/>
            </p:cNvSpPr>
            <p:nvPr/>
          </p:nvSpPr>
          <p:spPr bwMode="gray">
            <a:xfrm>
              <a:off x="-3330575" y="3005138"/>
              <a:ext cx="1233488" cy="1620837"/>
            </a:xfrm>
            <a:custGeom>
              <a:avLst/>
              <a:gdLst>
                <a:gd name="T0" fmla="*/ 621 w 777"/>
                <a:gd name="T1" fmla="*/ 0 h 1021"/>
                <a:gd name="T2" fmla="*/ 0 w 777"/>
                <a:gd name="T3" fmla="*/ 1021 h 1021"/>
                <a:gd name="T4" fmla="*/ 621 w 777"/>
                <a:gd name="T5" fmla="*/ 1021 h 1021"/>
                <a:gd name="T6" fmla="*/ 777 w 777"/>
                <a:gd name="T7" fmla="*/ 785 h 1021"/>
                <a:gd name="T8" fmla="*/ 231 w 777"/>
                <a:gd name="T9" fmla="*/ 785 h 1021"/>
                <a:gd name="T10" fmla="*/ 699 w 777"/>
                <a:gd name="T11" fmla="*/ 0 h 1021"/>
                <a:gd name="T12" fmla="*/ 621 w 777"/>
                <a:gd name="T13" fmla="*/ 0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77" h="1021">
                  <a:moveTo>
                    <a:pt x="621" y="0"/>
                  </a:moveTo>
                  <a:lnTo>
                    <a:pt x="0" y="1021"/>
                  </a:lnTo>
                  <a:lnTo>
                    <a:pt x="621" y="1021"/>
                  </a:lnTo>
                  <a:lnTo>
                    <a:pt x="777" y="785"/>
                  </a:lnTo>
                  <a:lnTo>
                    <a:pt x="231" y="785"/>
                  </a:lnTo>
                  <a:lnTo>
                    <a:pt x="699" y="0"/>
                  </a:lnTo>
                  <a:lnTo>
                    <a:pt x="62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>
                <a:solidFill>
                  <a:prstClr val="black"/>
                </a:solidFill>
              </a:endParaRPr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gray">
            <a:xfrm>
              <a:off x="-2611437" y="3005138"/>
              <a:ext cx="814388" cy="1136650"/>
            </a:xfrm>
            <a:custGeom>
              <a:avLst/>
              <a:gdLst>
                <a:gd name="T0" fmla="*/ 435 w 513"/>
                <a:gd name="T1" fmla="*/ 0 h 716"/>
                <a:gd name="T2" fmla="*/ 513 w 513"/>
                <a:gd name="T3" fmla="*/ 0 h 716"/>
                <a:gd name="T4" fmla="*/ 78 w 513"/>
                <a:gd name="T5" fmla="*/ 716 h 716"/>
                <a:gd name="T6" fmla="*/ 0 w 513"/>
                <a:gd name="T7" fmla="*/ 716 h 716"/>
                <a:gd name="T8" fmla="*/ 435 w 513"/>
                <a:gd name="T9" fmla="*/ 0 h 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3" h="716">
                  <a:moveTo>
                    <a:pt x="435" y="0"/>
                  </a:moveTo>
                  <a:lnTo>
                    <a:pt x="513" y="0"/>
                  </a:lnTo>
                  <a:lnTo>
                    <a:pt x="78" y="716"/>
                  </a:lnTo>
                  <a:lnTo>
                    <a:pt x="0" y="716"/>
                  </a:lnTo>
                  <a:lnTo>
                    <a:pt x="4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>
                <a:solidFill>
                  <a:prstClr val="black"/>
                </a:solidFill>
              </a:endParaRPr>
            </a:p>
          </p:txBody>
        </p:sp>
      </p:grpSp>
      <p:grpSp>
        <p:nvGrpSpPr>
          <p:cNvPr id="11" name="Group 10"/>
          <p:cNvGrpSpPr/>
          <p:nvPr userDrawn="1"/>
        </p:nvGrpSpPr>
        <p:grpSpPr bwMode="gray">
          <a:xfrm>
            <a:off x="6641654" y="2481425"/>
            <a:ext cx="996725" cy="1078995"/>
            <a:chOff x="2301081" y="6662108"/>
            <a:chExt cx="1500188" cy="1624012"/>
          </a:xfrm>
          <a:solidFill>
            <a:srgbClr val="003F72"/>
          </a:solidFill>
        </p:grpSpPr>
        <p:sp>
          <p:nvSpPr>
            <p:cNvPr id="12" name="Freeform 8"/>
            <p:cNvSpPr>
              <a:spLocks/>
            </p:cNvSpPr>
            <p:nvPr/>
          </p:nvSpPr>
          <p:spPr bwMode="gray">
            <a:xfrm>
              <a:off x="2551906" y="6662108"/>
              <a:ext cx="1249363" cy="393700"/>
            </a:xfrm>
            <a:custGeom>
              <a:avLst/>
              <a:gdLst>
                <a:gd name="T0" fmla="*/ 402 w 787"/>
                <a:gd name="T1" fmla="*/ 248 h 248"/>
                <a:gd name="T2" fmla="*/ 633 w 787"/>
                <a:gd name="T3" fmla="*/ 248 h 248"/>
                <a:gd name="T4" fmla="*/ 787 w 787"/>
                <a:gd name="T5" fmla="*/ 0 h 248"/>
                <a:gd name="T6" fmla="*/ 151 w 787"/>
                <a:gd name="T7" fmla="*/ 0 h 248"/>
                <a:gd name="T8" fmla="*/ 0 w 787"/>
                <a:gd name="T9" fmla="*/ 246 h 248"/>
                <a:gd name="T10" fmla="*/ 402 w 787"/>
                <a:gd name="T11" fmla="*/ 248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87" h="248">
                  <a:moveTo>
                    <a:pt x="402" y="248"/>
                  </a:moveTo>
                  <a:lnTo>
                    <a:pt x="633" y="248"/>
                  </a:lnTo>
                  <a:lnTo>
                    <a:pt x="787" y="0"/>
                  </a:lnTo>
                  <a:lnTo>
                    <a:pt x="151" y="0"/>
                  </a:lnTo>
                  <a:lnTo>
                    <a:pt x="0" y="246"/>
                  </a:lnTo>
                  <a:lnTo>
                    <a:pt x="402" y="2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>
                <a:solidFill>
                  <a:prstClr val="black"/>
                </a:solidFill>
              </a:endParaRPr>
            </a:p>
          </p:txBody>
        </p:sp>
        <p:sp>
          <p:nvSpPr>
            <p:cNvPr id="13" name="Freeform 9"/>
            <p:cNvSpPr>
              <a:spLocks/>
            </p:cNvSpPr>
            <p:nvPr/>
          </p:nvSpPr>
          <p:spPr bwMode="gray">
            <a:xfrm>
              <a:off x="2683669" y="7162170"/>
              <a:ext cx="809625" cy="1123950"/>
            </a:xfrm>
            <a:custGeom>
              <a:avLst/>
              <a:gdLst>
                <a:gd name="T0" fmla="*/ 435 w 510"/>
                <a:gd name="T1" fmla="*/ 0 h 708"/>
                <a:gd name="T2" fmla="*/ 510 w 510"/>
                <a:gd name="T3" fmla="*/ 0 h 708"/>
                <a:gd name="T4" fmla="*/ 78 w 510"/>
                <a:gd name="T5" fmla="*/ 708 h 708"/>
                <a:gd name="T6" fmla="*/ 0 w 510"/>
                <a:gd name="T7" fmla="*/ 708 h 708"/>
                <a:gd name="T8" fmla="*/ 435 w 510"/>
                <a:gd name="T9" fmla="*/ 0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0" h="708">
                  <a:moveTo>
                    <a:pt x="435" y="0"/>
                  </a:moveTo>
                  <a:lnTo>
                    <a:pt x="510" y="0"/>
                  </a:lnTo>
                  <a:lnTo>
                    <a:pt x="78" y="708"/>
                  </a:lnTo>
                  <a:lnTo>
                    <a:pt x="0" y="708"/>
                  </a:lnTo>
                  <a:lnTo>
                    <a:pt x="4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>
                <a:solidFill>
                  <a:prstClr val="black"/>
                </a:solidFill>
              </a:endParaRPr>
            </a:p>
          </p:txBody>
        </p:sp>
        <p:sp>
          <p:nvSpPr>
            <p:cNvPr id="14" name="Freeform 10"/>
            <p:cNvSpPr>
              <a:spLocks/>
            </p:cNvSpPr>
            <p:nvPr/>
          </p:nvSpPr>
          <p:spPr bwMode="gray">
            <a:xfrm>
              <a:off x="2301081" y="7162170"/>
              <a:ext cx="803275" cy="1123950"/>
            </a:xfrm>
            <a:custGeom>
              <a:avLst/>
              <a:gdLst>
                <a:gd name="T0" fmla="*/ 430 w 506"/>
                <a:gd name="T1" fmla="*/ 0 h 708"/>
                <a:gd name="T2" fmla="*/ 506 w 506"/>
                <a:gd name="T3" fmla="*/ 0 h 708"/>
                <a:gd name="T4" fmla="*/ 76 w 506"/>
                <a:gd name="T5" fmla="*/ 708 h 708"/>
                <a:gd name="T6" fmla="*/ 0 w 506"/>
                <a:gd name="T7" fmla="*/ 708 h 708"/>
                <a:gd name="T8" fmla="*/ 430 w 506"/>
                <a:gd name="T9" fmla="*/ 0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6" h="708">
                  <a:moveTo>
                    <a:pt x="430" y="0"/>
                  </a:moveTo>
                  <a:lnTo>
                    <a:pt x="506" y="0"/>
                  </a:lnTo>
                  <a:lnTo>
                    <a:pt x="76" y="708"/>
                  </a:lnTo>
                  <a:lnTo>
                    <a:pt x="0" y="708"/>
                  </a:lnTo>
                  <a:lnTo>
                    <a:pt x="43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>
                <a:solidFill>
                  <a:prstClr val="black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1332675" y="1007106"/>
            <a:ext cx="5403405" cy="2081535"/>
          </a:xfrm>
          <a:prstGeom prst="rect">
            <a:avLst/>
          </a:prstGeom>
        </p:spPr>
        <p:txBody>
          <a:bodyPr/>
          <a:lstStyle>
            <a:lvl1pPr algn="ctr">
              <a:defRPr sz="4267"/>
            </a:lvl1pPr>
          </a:lstStyle>
          <a:p>
            <a:r>
              <a:rPr lang="en-US" dirty="0"/>
              <a:t>Title Text</a:t>
            </a:r>
            <a:endParaRPr lang="en-IN" dirty="0"/>
          </a:p>
        </p:txBody>
      </p:sp>
      <p:sp>
        <p:nvSpPr>
          <p:cNvPr id="17" name="Freeform 17"/>
          <p:cNvSpPr>
            <a:spLocks/>
          </p:cNvSpPr>
          <p:nvPr userDrawn="1"/>
        </p:nvSpPr>
        <p:spPr bwMode="gray">
          <a:xfrm>
            <a:off x="1" y="3530451"/>
            <a:ext cx="3210233" cy="767632"/>
          </a:xfrm>
          <a:custGeom>
            <a:avLst/>
            <a:gdLst/>
            <a:ahLst/>
            <a:cxnLst/>
            <a:rect l="l" t="t" r="r" b="b"/>
            <a:pathLst>
              <a:path w="2402984" h="575724">
                <a:moveTo>
                  <a:pt x="0" y="0"/>
                </a:moveTo>
                <a:lnTo>
                  <a:pt x="2402984" y="0"/>
                </a:lnTo>
                <a:lnTo>
                  <a:pt x="2052676" y="575724"/>
                </a:lnTo>
                <a:lnTo>
                  <a:pt x="0" y="575724"/>
                </a:lnTo>
                <a:close/>
              </a:path>
            </a:pathLst>
          </a:custGeom>
          <a:solidFill>
            <a:srgbClr val="003F72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IN" sz="2400"/>
          </a:p>
        </p:txBody>
      </p:sp>
      <p:grpSp>
        <p:nvGrpSpPr>
          <p:cNvPr id="18" name="Group 5"/>
          <p:cNvGrpSpPr>
            <a:grpSpLocks noChangeAspect="1"/>
          </p:cNvGrpSpPr>
          <p:nvPr userDrawn="1"/>
        </p:nvGrpSpPr>
        <p:grpSpPr bwMode="gray">
          <a:xfrm>
            <a:off x="399132" y="3731182"/>
            <a:ext cx="2240485" cy="336381"/>
            <a:chOff x="119" y="2341"/>
            <a:chExt cx="1805" cy="271"/>
          </a:xfrm>
        </p:grpSpPr>
        <p:sp>
          <p:nvSpPr>
            <p:cNvPr id="19" name="Freeform 6"/>
            <p:cNvSpPr>
              <a:spLocks noEditPoints="1"/>
            </p:cNvSpPr>
            <p:nvPr userDrawn="1"/>
          </p:nvSpPr>
          <p:spPr bwMode="gray">
            <a:xfrm>
              <a:off x="119" y="2341"/>
              <a:ext cx="270" cy="271"/>
            </a:xfrm>
            <a:custGeom>
              <a:avLst/>
              <a:gdLst>
                <a:gd name="T0" fmla="*/ 57 w 114"/>
                <a:gd name="T1" fmla="*/ 0 h 115"/>
                <a:gd name="T2" fmla="*/ 114 w 114"/>
                <a:gd name="T3" fmla="*/ 58 h 115"/>
                <a:gd name="T4" fmla="*/ 57 w 114"/>
                <a:gd name="T5" fmla="*/ 115 h 115"/>
                <a:gd name="T6" fmla="*/ 0 w 114"/>
                <a:gd name="T7" fmla="*/ 58 h 115"/>
                <a:gd name="T8" fmla="*/ 57 w 114"/>
                <a:gd name="T9" fmla="*/ 0 h 115"/>
                <a:gd name="T10" fmla="*/ 49 w 114"/>
                <a:gd name="T11" fmla="*/ 107 h 115"/>
                <a:gd name="T12" fmla="*/ 73 w 114"/>
                <a:gd name="T13" fmla="*/ 65 h 115"/>
                <a:gd name="T14" fmla="*/ 57 w 114"/>
                <a:gd name="T15" fmla="*/ 65 h 115"/>
                <a:gd name="T16" fmla="*/ 65 w 114"/>
                <a:gd name="T17" fmla="*/ 51 h 115"/>
                <a:gd name="T18" fmla="*/ 104 w 114"/>
                <a:gd name="T19" fmla="*/ 51 h 115"/>
                <a:gd name="T20" fmla="*/ 96 w 114"/>
                <a:gd name="T21" fmla="*/ 65 h 115"/>
                <a:gd name="T22" fmla="*/ 82 w 114"/>
                <a:gd name="T23" fmla="*/ 65 h 115"/>
                <a:gd name="T24" fmla="*/ 57 w 114"/>
                <a:gd name="T25" fmla="*/ 108 h 115"/>
                <a:gd name="T26" fmla="*/ 107 w 114"/>
                <a:gd name="T27" fmla="*/ 58 h 115"/>
                <a:gd name="T28" fmla="*/ 57 w 114"/>
                <a:gd name="T29" fmla="*/ 8 h 115"/>
                <a:gd name="T30" fmla="*/ 51 w 114"/>
                <a:gd name="T31" fmla="*/ 8 h 115"/>
                <a:gd name="T32" fmla="*/ 26 w 114"/>
                <a:gd name="T33" fmla="*/ 51 h 115"/>
                <a:gd name="T34" fmla="*/ 57 w 114"/>
                <a:gd name="T35" fmla="*/ 51 h 115"/>
                <a:gd name="T36" fmla="*/ 49 w 114"/>
                <a:gd name="T37" fmla="*/ 65 h 115"/>
                <a:gd name="T38" fmla="*/ 10 w 114"/>
                <a:gd name="T39" fmla="*/ 65 h 115"/>
                <a:gd name="T40" fmla="*/ 41 w 114"/>
                <a:gd name="T41" fmla="*/ 10 h 115"/>
                <a:gd name="T42" fmla="*/ 7 w 114"/>
                <a:gd name="T43" fmla="*/ 58 h 115"/>
                <a:gd name="T44" fmla="*/ 49 w 114"/>
                <a:gd name="T45" fmla="*/ 107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14" h="115">
                  <a:moveTo>
                    <a:pt x="57" y="0"/>
                  </a:moveTo>
                  <a:cubicBezTo>
                    <a:pt x="88" y="0"/>
                    <a:pt x="114" y="26"/>
                    <a:pt x="114" y="58"/>
                  </a:cubicBezTo>
                  <a:cubicBezTo>
                    <a:pt x="114" y="89"/>
                    <a:pt x="88" y="115"/>
                    <a:pt x="57" y="115"/>
                  </a:cubicBezTo>
                  <a:cubicBezTo>
                    <a:pt x="25" y="115"/>
                    <a:pt x="0" y="89"/>
                    <a:pt x="0" y="58"/>
                  </a:cubicBezTo>
                  <a:cubicBezTo>
                    <a:pt x="0" y="26"/>
                    <a:pt x="25" y="0"/>
                    <a:pt x="57" y="0"/>
                  </a:cubicBezTo>
                  <a:moveTo>
                    <a:pt x="49" y="107"/>
                  </a:moveTo>
                  <a:cubicBezTo>
                    <a:pt x="73" y="65"/>
                    <a:pt x="73" y="65"/>
                    <a:pt x="73" y="65"/>
                  </a:cubicBezTo>
                  <a:cubicBezTo>
                    <a:pt x="57" y="65"/>
                    <a:pt x="57" y="65"/>
                    <a:pt x="57" y="65"/>
                  </a:cubicBezTo>
                  <a:cubicBezTo>
                    <a:pt x="65" y="51"/>
                    <a:pt x="65" y="51"/>
                    <a:pt x="65" y="51"/>
                  </a:cubicBezTo>
                  <a:cubicBezTo>
                    <a:pt x="104" y="51"/>
                    <a:pt x="104" y="51"/>
                    <a:pt x="104" y="51"/>
                  </a:cubicBezTo>
                  <a:cubicBezTo>
                    <a:pt x="96" y="65"/>
                    <a:pt x="96" y="65"/>
                    <a:pt x="96" y="65"/>
                  </a:cubicBezTo>
                  <a:cubicBezTo>
                    <a:pt x="82" y="65"/>
                    <a:pt x="82" y="65"/>
                    <a:pt x="82" y="65"/>
                  </a:cubicBezTo>
                  <a:cubicBezTo>
                    <a:pt x="57" y="108"/>
                    <a:pt x="57" y="108"/>
                    <a:pt x="57" y="108"/>
                  </a:cubicBezTo>
                  <a:cubicBezTo>
                    <a:pt x="84" y="108"/>
                    <a:pt x="107" y="85"/>
                    <a:pt x="107" y="58"/>
                  </a:cubicBezTo>
                  <a:cubicBezTo>
                    <a:pt x="107" y="30"/>
                    <a:pt x="84" y="8"/>
                    <a:pt x="57" y="8"/>
                  </a:cubicBezTo>
                  <a:cubicBezTo>
                    <a:pt x="55" y="8"/>
                    <a:pt x="53" y="8"/>
                    <a:pt x="51" y="8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57" y="51"/>
                    <a:pt x="57" y="51"/>
                    <a:pt x="57" y="51"/>
                  </a:cubicBezTo>
                  <a:cubicBezTo>
                    <a:pt x="49" y="65"/>
                    <a:pt x="49" y="65"/>
                    <a:pt x="49" y="65"/>
                  </a:cubicBezTo>
                  <a:cubicBezTo>
                    <a:pt x="10" y="65"/>
                    <a:pt x="10" y="65"/>
                    <a:pt x="10" y="65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21" y="17"/>
                    <a:pt x="7" y="36"/>
                    <a:pt x="7" y="58"/>
                  </a:cubicBezTo>
                  <a:cubicBezTo>
                    <a:pt x="7" y="83"/>
                    <a:pt x="25" y="103"/>
                    <a:pt x="49" y="10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400"/>
            </a:p>
          </p:txBody>
        </p:sp>
        <p:sp>
          <p:nvSpPr>
            <p:cNvPr id="20" name="Freeform 7"/>
            <p:cNvSpPr>
              <a:spLocks noEditPoints="1"/>
            </p:cNvSpPr>
            <p:nvPr userDrawn="1"/>
          </p:nvSpPr>
          <p:spPr bwMode="gray">
            <a:xfrm>
              <a:off x="457" y="2426"/>
              <a:ext cx="1467" cy="125"/>
            </a:xfrm>
            <a:custGeom>
              <a:avLst/>
              <a:gdLst>
                <a:gd name="T0" fmla="*/ 55 w 621"/>
                <a:gd name="T1" fmla="*/ 34 h 53"/>
                <a:gd name="T2" fmla="*/ 53 w 621"/>
                <a:gd name="T3" fmla="*/ 18 h 53"/>
                <a:gd name="T4" fmla="*/ 35 w 621"/>
                <a:gd name="T5" fmla="*/ 7 h 53"/>
                <a:gd name="T6" fmla="*/ 29 w 621"/>
                <a:gd name="T7" fmla="*/ 38 h 53"/>
                <a:gd name="T8" fmla="*/ 45 w 621"/>
                <a:gd name="T9" fmla="*/ 35 h 53"/>
                <a:gd name="T10" fmla="*/ 40 w 621"/>
                <a:gd name="T11" fmla="*/ 24 h 53"/>
                <a:gd name="T12" fmla="*/ 42 w 621"/>
                <a:gd name="T13" fmla="*/ 9 h 53"/>
                <a:gd name="T14" fmla="*/ 81 w 621"/>
                <a:gd name="T15" fmla="*/ 9 h 53"/>
                <a:gd name="T16" fmla="*/ 139 w 621"/>
                <a:gd name="T17" fmla="*/ 9 h 53"/>
                <a:gd name="T18" fmla="*/ 144 w 621"/>
                <a:gd name="T19" fmla="*/ 13 h 53"/>
                <a:gd name="T20" fmla="*/ 155 w 621"/>
                <a:gd name="T21" fmla="*/ 40 h 53"/>
                <a:gd name="T22" fmla="*/ 145 w 621"/>
                <a:gd name="T23" fmla="*/ 18 h 53"/>
                <a:gd name="T24" fmla="*/ 174 w 621"/>
                <a:gd name="T25" fmla="*/ 13 h 53"/>
                <a:gd name="T26" fmla="*/ 182 w 621"/>
                <a:gd name="T27" fmla="*/ 35 h 53"/>
                <a:gd name="T28" fmla="*/ 181 w 621"/>
                <a:gd name="T29" fmla="*/ 18 h 53"/>
                <a:gd name="T30" fmla="*/ 205 w 621"/>
                <a:gd name="T31" fmla="*/ 18 h 53"/>
                <a:gd name="T32" fmla="*/ 217 w 621"/>
                <a:gd name="T33" fmla="*/ 21 h 53"/>
                <a:gd name="T34" fmla="*/ 187 w 621"/>
                <a:gd name="T35" fmla="*/ 41 h 53"/>
                <a:gd name="T36" fmla="*/ 243 w 621"/>
                <a:gd name="T37" fmla="*/ 22 h 53"/>
                <a:gd name="T38" fmla="*/ 241 w 621"/>
                <a:gd name="T39" fmla="*/ 12 h 53"/>
                <a:gd name="T40" fmla="*/ 269 w 621"/>
                <a:gd name="T41" fmla="*/ 36 h 53"/>
                <a:gd name="T42" fmla="*/ 276 w 621"/>
                <a:gd name="T43" fmla="*/ 20 h 53"/>
                <a:gd name="T44" fmla="*/ 260 w 621"/>
                <a:gd name="T45" fmla="*/ 17 h 53"/>
                <a:gd name="T46" fmla="*/ 284 w 621"/>
                <a:gd name="T47" fmla="*/ 19 h 53"/>
                <a:gd name="T48" fmla="*/ 314 w 621"/>
                <a:gd name="T49" fmla="*/ 35 h 53"/>
                <a:gd name="T50" fmla="*/ 326 w 621"/>
                <a:gd name="T51" fmla="*/ 22 h 53"/>
                <a:gd name="T52" fmla="*/ 305 w 621"/>
                <a:gd name="T53" fmla="*/ 22 h 53"/>
                <a:gd name="T54" fmla="*/ 330 w 621"/>
                <a:gd name="T55" fmla="*/ 15 h 53"/>
                <a:gd name="T56" fmla="*/ 367 w 621"/>
                <a:gd name="T57" fmla="*/ 17 h 53"/>
                <a:gd name="T58" fmla="*/ 340 w 621"/>
                <a:gd name="T59" fmla="*/ 19 h 53"/>
                <a:gd name="T60" fmla="*/ 357 w 621"/>
                <a:gd name="T61" fmla="*/ 36 h 53"/>
                <a:gd name="T62" fmla="*/ 358 w 621"/>
                <a:gd name="T63" fmla="*/ 24 h 53"/>
                <a:gd name="T64" fmla="*/ 346 w 621"/>
                <a:gd name="T65" fmla="*/ 23 h 53"/>
                <a:gd name="T66" fmla="*/ 373 w 621"/>
                <a:gd name="T67" fmla="*/ 47 h 53"/>
                <a:gd name="T68" fmla="*/ 383 w 621"/>
                <a:gd name="T69" fmla="*/ 45 h 53"/>
                <a:gd name="T70" fmla="*/ 430 w 621"/>
                <a:gd name="T71" fmla="*/ 2 h 53"/>
                <a:gd name="T72" fmla="*/ 433 w 621"/>
                <a:gd name="T73" fmla="*/ 27 h 53"/>
                <a:gd name="T74" fmla="*/ 420 w 621"/>
                <a:gd name="T75" fmla="*/ 41 h 53"/>
                <a:gd name="T76" fmla="*/ 433 w 621"/>
                <a:gd name="T77" fmla="*/ 18 h 53"/>
                <a:gd name="T78" fmla="*/ 443 w 621"/>
                <a:gd name="T79" fmla="*/ 10 h 53"/>
                <a:gd name="T80" fmla="*/ 449 w 621"/>
                <a:gd name="T81" fmla="*/ 19 h 53"/>
                <a:gd name="T82" fmla="*/ 466 w 621"/>
                <a:gd name="T83" fmla="*/ 36 h 53"/>
                <a:gd name="T84" fmla="*/ 466 w 621"/>
                <a:gd name="T85" fmla="*/ 19 h 53"/>
                <a:gd name="T86" fmla="*/ 492 w 621"/>
                <a:gd name="T87" fmla="*/ 20 h 53"/>
                <a:gd name="T88" fmla="*/ 488 w 621"/>
                <a:gd name="T89" fmla="*/ 18 h 53"/>
                <a:gd name="T90" fmla="*/ 511 w 621"/>
                <a:gd name="T91" fmla="*/ 33 h 53"/>
                <a:gd name="T92" fmla="*/ 535 w 621"/>
                <a:gd name="T93" fmla="*/ 8 h 53"/>
                <a:gd name="T94" fmla="*/ 546 w 621"/>
                <a:gd name="T95" fmla="*/ 23 h 53"/>
                <a:gd name="T96" fmla="*/ 558 w 621"/>
                <a:gd name="T97" fmla="*/ 36 h 53"/>
                <a:gd name="T98" fmla="*/ 567 w 621"/>
                <a:gd name="T99" fmla="*/ 19 h 53"/>
                <a:gd name="T100" fmla="*/ 571 w 621"/>
                <a:gd name="T101" fmla="*/ 19 h 53"/>
                <a:gd name="T102" fmla="*/ 588 w 621"/>
                <a:gd name="T103" fmla="*/ 36 h 53"/>
                <a:gd name="T104" fmla="*/ 588 w 621"/>
                <a:gd name="T105" fmla="*/ 19 h 53"/>
                <a:gd name="T106" fmla="*/ 604 w 621"/>
                <a:gd name="T107" fmla="*/ 15 h 53"/>
                <a:gd name="T108" fmla="*/ 609 w 621"/>
                <a:gd name="T109" fmla="*/ 36 h 53"/>
                <a:gd name="T110" fmla="*/ 613 w 621"/>
                <a:gd name="T111" fmla="*/ 40 h 53"/>
                <a:gd name="T112" fmla="*/ 609 w 621"/>
                <a:gd name="T113" fmla="*/ 19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21" h="53">
                  <a:moveTo>
                    <a:pt x="0" y="41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8" y="3"/>
                    <a:pt x="8" y="3"/>
                    <a:pt x="8" y="3"/>
                  </a:cubicBezTo>
                  <a:lnTo>
                    <a:pt x="0" y="41"/>
                  </a:lnTo>
                  <a:close/>
                  <a:moveTo>
                    <a:pt x="51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5" y="34"/>
                    <a:pt x="55" y="34"/>
                    <a:pt x="55" y="34"/>
                  </a:cubicBezTo>
                  <a:cubicBezTo>
                    <a:pt x="56" y="33"/>
                    <a:pt x="57" y="32"/>
                    <a:pt x="58" y="30"/>
                  </a:cubicBezTo>
                  <a:cubicBezTo>
                    <a:pt x="59" y="29"/>
                    <a:pt x="60" y="27"/>
                    <a:pt x="60" y="25"/>
                  </a:cubicBezTo>
                  <a:cubicBezTo>
                    <a:pt x="61" y="24"/>
                    <a:pt x="61" y="22"/>
                    <a:pt x="61" y="20"/>
                  </a:cubicBezTo>
                  <a:cubicBezTo>
                    <a:pt x="55" y="20"/>
                    <a:pt x="55" y="20"/>
                    <a:pt x="55" y="20"/>
                  </a:cubicBezTo>
                  <a:cubicBezTo>
                    <a:pt x="55" y="21"/>
                    <a:pt x="55" y="22"/>
                    <a:pt x="54" y="23"/>
                  </a:cubicBezTo>
                  <a:cubicBezTo>
                    <a:pt x="54" y="24"/>
                    <a:pt x="54" y="25"/>
                    <a:pt x="53" y="26"/>
                  </a:cubicBezTo>
                  <a:cubicBezTo>
                    <a:pt x="53" y="27"/>
                    <a:pt x="52" y="28"/>
                    <a:pt x="51" y="29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1"/>
                    <a:pt x="48" y="20"/>
                    <a:pt x="50" y="20"/>
                  </a:cubicBezTo>
                  <a:cubicBezTo>
                    <a:pt x="51" y="19"/>
                    <a:pt x="52" y="18"/>
                    <a:pt x="53" y="18"/>
                  </a:cubicBezTo>
                  <a:cubicBezTo>
                    <a:pt x="54" y="17"/>
                    <a:pt x="55" y="16"/>
                    <a:pt x="55" y="15"/>
                  </a:cubicBezTo>
                  <a:cubicBezTo>
                    <a:pt x="56" y="14"/>
                    <a:pt x="56" y="12"/>
                    <a:pt x="56" y="11"/>
                  </a:cubicBezTo>
                  <a:cubicBezTo>
                    <a:pt x="56" y="10"/>
                    <a:pt x="56" y="8"/>
                    <a:pt x="55" y="7"/>
                  </a:cubicBezTo>
                  <a:cubicBezTo>
                    <a:pt x="55" y="7"/>
                    <a:pt x="54" y="6"/>
                    <a:pt x="53" y="5"/>
                  </a:cubicBezTo>
                  <a:cubicBezTo>
                    <a:pt x="53" y="4"/>
                    <a:pt x="52" y="4"/>
                    <a:pt x="51" y="3"/>
                  </a:cubicBezTo>
                  <a:cubicBezTo>
                    <a:pt x="50" y="3"/>
                    <a:pt x="49" y="3"/>
                    <a:pt x="48" y="2"/>
                  </a:cubicBezTo>
                  <a:cubicBezTo>
                    <a:pt x="47" y="2"/>
                    <a:pt x="46" y="2"/>
                    <a:pt x="45" y="2"/>
                  </a:cubicBezTo>
                  <a:cubicBezTo>
                    <a:pt x="44" y="2"/>
                    <a:pt x="42" y="2"/>
                    <a:pt x="41" y="3"/>
                  </a:cubicBezTo>
                  <a:cubicBezTo>
                    <a:pt x="40" y="3"/>
                    <a:pt x="39" y="4"/>
                    <a:pt x="37" y="4"/>
                  </a:cubicBezTo>
                  <a:cubicBezTo>
                    <a:pt x="36" y="5"/>
                    <a:pt x="35" y="6"/>
                    <a:pt x="35" y="7"/>
                  </a:cubicBezTo>
                  <a:cubicBezTo>
                    <a:pt x="34" y="9"/>
                    <a:pt x="34" y="10"/>
                    <a:pt x="34" y="12"/>
                  </a:cubicBezTo>
                  <a:cubicBezTo>
                    <a:pt x="34" y="13"/>
                    <a:pt x="34" y="14"/>
                    <a:pt x="34" y="15"/>
                  </a:cubicBezTo>
                  <a:cubicBezTo>
                    <a:pt x="34" y="15"/>
                    <a:pt x="35" y="16"/>
                    <a:pt x="35" y="17"/>
                  </a:cubicBezTo>
                  <a:cubicBezTo>
                    <a:pt x="36" y="17"/>
                    <a:pt x="36" y="18"/>
                    <a:pt x="37" y="19"/>
                  </a:cubicBezTo>
                  <a:cubicBezTo>
                    <a:pt x="35" y="19"/>
                    <a:pt x="34" y="20"/>
                    <a:pt x="33" y="21"/>
                  </a:cubicBezTo>
                  <a:cubicBezTo>
                    <a:pt x="31" y="21"/>
                    <a:pt x="30" y="22"/>
                    <a:pt x="29" y="23"/>
                  </a:cubicBezTo>
                  <a:cubicBezTo>
                    <a:pt x="28" y="24"/>
                    <a:pt x="27" y="25"/>
                    <a:pt x="27" y="26"/>
                  </a:cubicBezTo>
                  <a:cubicBezTo>
                    <a:pt x="26" y="28"/>
                    <a:pt x="26" y="29"/>
                    <a:pt x="26" y="31"/>
                  </a:cubicBezTo>
                  <a:cubicBezTo>
                    <a:pt x="26" y="32"/>
                    <a:pt x="26" y="34"/>
                    <a:pt x="27" y="35"/>
                  </a:cubicBezTo>
                  <a:cubicBezTo>
                    <a:pt x="27" y="36"/>
                    <a:pt x="28" y="37"/>
                    <a:pt x="29" y="38"/>
                  </a:cubicBezTo>
                  <a:cubicBezTo>
                    <a:pt x="30" y="39"/>
                    <a:pt x="31" y="39"/>
                    <a:pt x="32" y="40"/>
                  </a:cubicBezTo>
                  <a:cubicBezTo>
                    <a:pt x="33" y="41"/>
                    <a:pt x="34" y="41"/>
                    <a:pt x="35" y="41"/>
                  </a:cubicBezTo>
                  <a:cubicBezTo>
                    <a:pt x="37" y="41"/>
                    <a:pt x="38" y="42"/>
                    <a:pt x="39" y="42"/>
                  </a:cubicBezTo>
                  <a:cubicBezTo>
                    <a:pt x="40" y="42"/>
                    <a:pt x="41" y="42"/>
                    <a:pt x="42" y="41"/>
                  </a:cubicBezTo>
                  <a:cubicBezTo>
                    <a:pt x="43" y="41"/>
                    <a:pt x="44" y="41"/>
                    <a:pt x="45" y="41"/>
                  </a:cubicBezTo>
                  <a:cubicBezTo>
                    <a:pt x="46" y="41"/>
                    <a:pt x="47" y="40"/>
                    <a:pt x="48" y="40"/>
                  </a:cubicBezTo>
                  <a:cubicBezTo>
                    <a:pt x="48" y="40"/>
                    <a:pt x="49" y="39"/>
                    <a:pt x="50" y="39"/>
                  </a:cubicBezTo>
                  <a:lnTo>
                    <a:pt x="51" y="41"/>
                  </a:lnTo>
                  <a:close/>
                  <a:moveTo>
                    <a:pt x="47" y="34"/>
                  </a:moveTo>
                  <a:cubicBezTo>
                    <a:pt x="46" y="34"/>
                    <a:pt x="45" y="35"/>
                    <a:pt x="45" y="35"/>
                  </a:cubicBezTo>
                  <a:cubicBezTo>
                    <a:pt x="44" y="35"/>
                    <a:pt x="43" y="36"/>
                    <a:pt x="42" y="36"/>
                  </a:cubicBezTo>
                  <a:cubicBezTo>
                    <a:pt x="42" y="36"/>
                    <a:pt x="41" y="36"/>
                    <a:pt x="40" y="36"/>
                  </a:cubicBezTo>
                  <a:cubicBezTo>
                    <a:pt x="39" y="36"/>
                    <a:pt x="38" y="36"/>
                    <a:pt x="38" y="36"/>
                  </a:cubicBezTo>
                  <a:cubicBezTo>
                    <a:pt x="37" y="35"/>
                    <a:pt x="36" y="35"/>
                    <a:pt x="35" y="35"/>
                  </a:cubicBezTo>
                  <a:cubicBezTo>
                    <a:pt x="35" y="34"/>
                    <a:pt x="34" y="34"/>
                    <a:pt x="34" y="33"/>
                  </a:cubicBezTo>
                  <a:cubicBezTo>
                    <a:pt x="34" y="32"/>
                    <a:pt x="33" y="31"/>
                    <a:pt x="33" y="30"/>
                  </a:cubicBezTo>
                  <a:cubicBezTo>
                    <a:pt x="33" y="29"/>
                    <a:pt x="34" y="29"/>
                    <a:pt x="34" y="28"/>
                  </a:cubicBezTo>
                  <a:cubicBezTo>
                    <a:pt x="34" y="27"/>
                    <a:pt x="35" y="27"/>
                    <a:pt x="35" y="26"/>
                  </a:cubicBezTo>
                  <a:cubicBezTo>
                    <a:pt x="36" y="25"/>
                    <a:pt x="37" y="25"/>
                    <a:pt x="37" y="25"/>
                  </a:cubicBezTo>
                  <a:cubicBezTo>
                    <a:pt x="38" y="24"/>
                    <a:pt x="39" y="24"/>
                    <a:pt x="40" y="24"/>
                  </a:cubicBezTo>
                  <a:lnTo>
                    <a:pt x="47" y="34"/>
                  </a:lnTo>
                  <a:close/>
                  <a:moveTo>
                    <a:pt x="50" y="11"/>
                  </a:moveTo>
                  <a:cubicBezTo>
                    <a:pt x="50" y="12"/>
                    <a:pt x="49" y="12"/>
                    <a:pt x="49" y="13"/>
                  </a:cubicBezTo>
                  <a:cubicBezTo>
                    <a:pt x="48" y="14"/>
                    <a:pt x="48" y="14"/>
                    <a:pt x="47" y="15"/>
                  </a:cubicBezTo>
                  <a:cubicBezTo>
                    <a:pt x="47" y="15"/>
                    <a:pt x="46" y="16"/>
                    <a:pt x="45" y="16"/>
                  </a:cubicBezTo>
                  <a:cubicBezTo>
                    <a:pt x="44" y="16"/>
                    <a:pt x="44" y="17"/>
                    <a:pt x="43" y="17"/>
                  </a:cubicBezTo>
                  <a:cubicBezTo>
                    <a:pt x="43" y="16"/>
                    <a:pt x="42" y="16"/>
                    <a:pt x="42" y="15"/>
                  </a:cubicBezTo>
                  <a:cubicBezTo>
                    <a:pt x="42" y="15"/>
                    <a:pt x="41" y="14"/>
                    <a:pt x="41" y="14"/>
                  </a:cubicBezTo>
                  <a:cubicBezTo>
                    <a:pt x="41" y="13"/>
                    <a:pt x="41" y="12"/>
                    <a:pt x="41" y="12"/>
                  </a:cubicBezTo>
                  <a:cubicBezTo>
                    <a:pt x="41" y="11"/>
                    <a:pt x="41" y="10"/>
                    <a:pt x="42" y="9"/>
                  </a:cubicBezTo>
                  <a:cubicBezTo>
                    <a:pt x="42" y="9"/>
                    <a:pt x="43" y="8"/>
                    <a:pt x="43" y="8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46" y="7"/>
                    <a:pt x="47" y="7"/>
                    <a:pt x="48" y="8"/>
                  </a:cubicBezTo>
                  <a:cubicBezTo>
                    <a:pt x="48" y="8"/>
                    <a:pt x="49" y="8"/>
                    <a:pt x="49" y="9"/>
                  </a:cubicBezTo>
                  <a:cubicBezTo>
                    <a:pt x="49" y="9"/>
                    <a:pt x="50" y="10"/>
                    <a:pt x="50" y="11"/>
                  </a:cubicBezTo>
                  <a:moveTo>
                    <a:pt x="62" y="9"/>
                  </a:moveTo>
                  <a:cubicBezTo>
                    <a:pt x="73" y="9"/>
                    <a:pt x="73" y="9"/>
                    <a:pt x="73" y="9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81" y="9"/>
                    <a:pt x="81" y="9"/>
                    <a:pt x="81" y="9"/>
                  </a:cubicBezTo>
                  <a:cubicBezTo>
                    <a:pt x="92" y="9"/>
                    <a:pt x="92" y="9"/>
                    <a:pt x="92" y="9"/>
                  </a:cubicBezTo>
                  <a:cubicBezTo>
                    <a:pt x="93" y="3"/>
                    <a:pt x="93" y="3"/>
                    <a:pt x="93" y="3"/>
                  </a:cubicBezTo>
                  <a:cubicBezTo>
                    <a:pt x="64" y="3"/>
                    <a:pt x="64" y="3"/>
                    <a:pt x="64" y="3"/>
                  </a:cubicBezTo>
                  <a:lnTo>
                    <a:pt x="62" y="9"/>
                  </a:lnTo>
                  <a:close/>
                  <a:moveTo>
                    <a:pt x="109" y="9"/>
                  </a:moveTo>
                  <a:cubicBezTo>
                    <a:pt x="120" y="9"/>
                    <a:pt x="120" y="9"/>
                    <a:pt x="120" y="9"/>
                  </a:cubicBezTo>
                  <a:cubicBezTo>
                    <a:pt x="113" y="41"/>
                    <a:pt x="113" y="41"/>
                    <a:pt x="113" y="41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8" y="9"/>
                    <a:pt x="128" y="9"/>
                    <a:pt x="128" y="9"/>
                  </a:cubicBezTo>
                  <a:cubicBezTo>
                    <a:pt x="139" y="9"/>
                    <a:pt x="139" y="9"/>
                    <a:pt x="139" y="9"/>
                  </a:cubicBezTo>
                  <a:cubicBezTo>
                    <a:pt x="140" y="3"/>
                    <a:pt x="140" y="3"/>
                    <a:pt x="140" y="3"/>
                  </a:cubicBezTo>
                  <a:cubicBezTo>
                    <a:pt x="111" y="3"/>
                    <a:pt x="111" y="3"/>
                    <a:pt x="111" y="3"/>
                  </a:cubicBezTo>
                  <a:lnTo>
                    <a:pt x="109" y="9"/>
                  </a:lnTo>
                  <a:close/>
                  <a:moveTo>
                    <a:pt x="160" y="29"/>
                  </a:moveTo>
                  <a:cubicBezTo>
                    <a:pt x="160" y="28"/>
                    <a:pt x="160" y="27"/>
                    <a:pt x="160" y="26"/>
                  </a:cubicBezTo>
                  <a:cubicBezTo>
                    <a:pt x="160" y="25"/>
                    <a:pt x="160" y="24"/>
                    <a:pt x="160" y="23"/>
                  </a:cubicBezTo>
                  <a:cubicBezTo>
                    <a:pt x="160" y="20"/>
                    <a:pt x="160" y="18"/>
                    <a:pt x="159" y="17"/>
                  </a:cubicBezTo>
                  <a:cubicBezTo>
                    <a:pt x="158" y="15"/>
                    <a:pt x="157" y="14"/>
                    <a:pt x="155" y="13"/>
                  </a:cubicBezTo>
                  <a:cubicBezTo>
                    <a:pt x="153" y="12"/>
                    <a:pt x="151" y="12"/>
                    <a:pt x="149" y="12"/>
                  </a:cubicBezTo>
                  <a:cubicBezTo>
                    <a:pt x="147" y="12"/>
                    <a:pt x="145" y="12"/>
                    <a:pt x="144" y="13"/>
                  </a:cubicBezTo>
                  <a:cubicBezTo>
                    <a:pt x="142" y="14"/>
                    <a:pt x="141" y="14"/>
                    <a:pt x="139" y="16"/>
                  </a:cubicBezTo>
                  <a:cubicBezTo>
                    <a:pt x="138" y="17"/>
                    <a:pt x="137" y="18"/>
                    <a:pt x="136" y="19"/>
                  </a:cubicBezTo>
                  <a:cubicBezTo>
                    <a:pt x="135" y="21"/>
                    <a:pt x="134" y="22"/>
                    <a:pt x="134" y="24"/>
                  </a:cubicBezTo>
                  <a:cubicBezTo>
                    <a:pt x="133" y="26"/>
                    <a:pt x="133" y="27"/>
                    <a:pt x="133" y="29"/>
                  </a:cubicBezTo>
                  <a:cubicBezTo>
                    <a:pt x="133" y="31"/>
                    <a:pt x="133" y="33"/>
                    <a:pt x="134" y="35"/>
                  </a:cubicBezTo>
                  <a:cubicBezTo>
                    <a:pt x="134" y="36"/>
                    <a:pt x="135" y="38"/>
                    <a:pt x="137" y="39"/>
                  </a:cubicBezTo>
                  <a:cubicBezTo>
                    <a:pt x="138" y="40"/>
                    <a:pt x="139" y="40"/>
                    <a:pt x="141" y="41"/>
                  </a:cubicBezTo>
                  <a:cubicBezTo>
                    <a:pt x="143" y="41"/>
                    <a:pt x="144" y="42"/>
                    <a:pt x="146" y="42"/>
                  </a:cubicBezTo>
                  <a:cubicBezTo>
                    <a:pt x="148" y="42"/>
                    <a:pt x="149" y="41"/>
                    <a:pt x="151" y="41"/>
                  </a:cubicBezTo>
                  <a:cubicBezTo>
                    <a:pt x="153" y="41"/>
                    <a:pt x="154" y="40"/>
                    <a:pt x="155" y="40"/>
                  </a:cubicBezTo>
                  <a:cubicBezTo>
                    <a:pt x="156" y="34"/>
                    <a:pt x="156" y="34"/>
                    <a:pt x="156" y="34"/>
                  </a:cubicBezTo>
                  <a:cubicBezTo>
                    <a:pt x="155" y="35"/>
                    <a:pt x="154" y="35"/>
                    <a:pt x="152" y="36"/>
                  </a:cubicBezTo>
                  <a:cubicBezTo>
                    <a:pt x="151" y="36"/>
                    <a:pt x="149" y="36"/>
                    <a:pt x="148" y="36"/>
                  </a:cubicBezTo>
                  <a:cubicBezTo>
                    <a:pt x="146" y="36"/>
                    <a:pt x="145" y="36"/>
                    <a:pt x="143" y="36"/>
                  </a:cubicBezTo>
                  <a:cubicBezTo>
                    <a:pt x="142" y="35"/>
                    <a:pt x="141" y="34"/>
                    <a:pt x="141" y="33"/>
                  </a:cubicBezTo>
                  <a:cubicBezTo>
                    <a:pt x="140" y="32"/>
                    <a:pt x="140" y="31"/>
                    <a:pt x="140" y="29"/>
                  </a:cubicBezTo>
                  <a:lnTo>
                    <a:pt x="160" y="29"/>
                  </a:lnTo>
                  <a:close/>
                  <a:moveTo>
                    <a:pt x="141" y="24"/>
                  </a:moveTo>
                  <a:cubicBezTo>
                    <a:pt x="141" y="23"/>
                    <a:pt x="142" y="22"/>
                    <a:pt x="143" y="21"/>
                  </a:cubicBezTo>
                  <a:cubicBezTo>
                    <a:pt x="143" y="20"/>
                    <a:pt x="144" y="19"/>
                    <a:pt x="145" y="18"/>
                  </a:cubicBezTo>
                  <a:cubicBezTo>
                    <a:pt x="146" y="18"/>
                    <a:pt x="147" y="17"/>
                    <a:pt x="149" y="17"/>
                  </a:cubicBezTo>
                  <a:cubicBezTo>
                    <a:pt x="150" y="17"/>
                    <a:pt x="151" y="18"/>
                    <a:pt x="152" y="19"/>
                  </a:cubicBezTo>
                  <a:cubicBezTo>
                    <a:pt x="153" y="19"/>
                    <a:pt x="153" y="21"/>
                    <a:pt x="153" y="22"/>
                  </a:cubicBezTo>
                  <a:cubicBezTo>
                    <a:pt x="153" y="22"/>
                    <a:pt x="153" y="23"/>
                    <a:pt x="153" y="23"/>
                  </a:cubicBezTo>
                  <a:cubicBezTo>
                    <a:pt x="153" y="23"/>
                    <a:pt x="153" y="24"/>
                    <a:pt x="153" y="24"/>
                  </a:cubicBezTo>
                  <a:lnTo>
                    <a:pt x="141" y="24"/>
                  </a:lnTo>
                  <a:close/>
                  <a:moveTo>
                    <a:pt x="188" y="13"/>
                  </a:moveTo>
                  <a:cubicBezTo>
                    <a:pt x="187" y="13"/>
                    <a:pt x="186" y="13"/>
                    <a:pt x="184" y="12"/>
                  </a:cubicBezTo>
                  <a:cubicBezTo>
                    <a:pt x="183" y="12"/>
                    <a:pt x="182" y="12"/>
                    <a:pt x="180" y="12"/>
                  </a:cubicBezTo>
                  <a:cubicBezTo>
                    <a:pt x="178" y="12"/>
                    <a:pt x="176" y="12"/>
                    <a:pt x="174" y="13"/>
                  </a:cubicBezTo>
                  <a:cubicBezTo>
                    <a:pt x="172" y="14"/>
                    <a:pt x="170" y="15"/>
                    <a:pt x="168" y="17"/>
                  </a:cubicBezTo>
                  <a:cubicBezTo>
                    <a:pt x="167" y="19"/>
                    <a:pt x="166" y="20"/>
                    <a:pt x="165" y="23"/>
                  </a:cubicBezTo>
                  <a:cubicBezTo>
                    <a:pt x="164" y="25"/>
                    <a:pt x="164" y="27"/>
                    <a:pt x="164" y="29"/>
                  </a:cubicBezTo>
                  <a:cubicBezTo>
                    <a:pt x="164" y="32"/>
                    <a:pt x="164" y="34"/>
                    <a:pt x="165" y="36"/>
                  </a:cubicBezTo>
                  <a:cubicBezTo>
                    <a:pt x="166" y="38"/>
                    <a:pt x="168" y="39"/>
                    <a:pt x="169" y="40"/>
                  </a:cubicBezTo>
                  <a:cubicBezTo>
                    <a:pt x="171" y="41"/>
                    <a:pt x="173" y="42"/>
                    <a:pt x="176" y="42"/>
                  </a:cubicBezTo>
                  <a:cubicBezTo>
                    <a:pt x="177" y="42"/>
                    <a:pt x="178" y="41"/>
                    <a:pt x="179" y="41"/>
                  </a:cubicBezTo>
                  <a:cubicBezTo>
                    <a:pt x="181" y="41"/>
                    <a:pt x="182" y="41"/>
                    <a:pt x="183" y="40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3" y="35"/>
                    <a:pt x="182" y="35"/>
                    <a:pt x="182" y="35"/>
                  </a:cubicBezTo>
                  <a:cubicBezTo>
                    <a:pt x="181" y="35"/>
                    <a:pt x="180" y="36"/>
                    <a:pt x="180" y="36"/>
                  </a:cubicBezTo>
                  <a:cubicBezTo>
                    <a:pt x="179" y="36"/>
                    <a:pt x="178" y="36"/>
                    <a:pt x="178" y="36"/>
                  </a:cubicBezTo>
                  <a:cubicBezTo>
                    <a:pt x="176" y="36"/>
                    <a:pt x="175" y="36"/>
                    <a:pt x="175" y="35"/>
                  </a:cubicBezTo>
                  <a:cubicBezTo>
                    <a:pt x="174" y="35"/>
                    <a:pt x="173" y="34"/>
                    <a:pt x="173" y="34"/>
                  </a:cubicBezTo>
                  <a:cubicBezTo>
                    <a:pt x="172" y="33"/>
                    <a:pt x="172" y="32"/>
                    <a:pt x="172" y="31"/>
                  </a:cubicBezTo>
                  <a:cubicBezTo>
                    <a:pt x="172" y="30"/>
                    <a:pt x="171" y="29"/>
                    <a:pt x="171" y="29"/>
                  </a:cubicBezTo>
                  <a:cubicBezTo>
                    <a:pt x="171" y="27"/>
                    <a:pt x="172" y="26"/>
                    <a:pt x="172" y="25"/>
                  </a:cubicBezTo>
                  <a:cubicBezTo>
                    <a:pt x="172" y="23"/>
                    <a:pt x="173" y="22"/>
                    <a:pt x="174" y="21"/>
                  </a:cubicBezTo>
                  <a:cubicBezTo>
                    <a:pt x="175" y="20"/>
                    <a:pt x="176" y="19"/>
                    <a:pt x="177" y="19"/>
                  </a:cubicBezTo>
                  <a:cubicBezTo>
                    <a:pt x="178" y="18"/>
                    <a:pt x="179" y="18"/>
                    <a:pt x="181" y="18"/>
                  </a:cubicBezTo>
                  <a:cubicBezTo>
                    <a:pt x="182" y="18"/>
                    <a:pt x="183" y="18"/>
                    <a:pt x="184" y="18"/>
                  </a:cubicBezTo>
                  <a:cubicBezTo>
                    <a:pt x="184" y="18"/>
                    <a:pt x="185" y="19"/>
                    <a:pt x="186" y="19"/>
                  </a:cubicBezTo>
                  <a:lnTo>
                    <a:pt x="188" y="13"/>
                  </a:lnTo>
                  <a:close/>
                  <a:moveTo>
                    <a:pt x="187" y="41"/>
                  </a:moveTo>
                  <a:cubicBezTo>
                    <a:pt x="194" y="41"/>
                    <a:pt x="194" y="41"/>
                    <a:pt x="194" y="41"/>
                  </a:cubicBezTo>
                  <a:cubicBezTo>
                    <a:pt x="197" y="27"/>
                    <a:pt x="197" y="27"/>
                    <a:pt x="197" y="27"/>
                  </a:cubicBezTo>
                  <a:cubicBezTo>
                    <a:pt x="198" y="26"/>
                    <a:pt x="198" y="25"/>
                    <a:pt x="198" y="24"/>
                  </a:cubicBezTo>
                  <a:cubicBezTo>
                    <a:pt x="199" y="22"/>
                    <a:pt x="199" y="22"/>
                    <a:pt x="200" y="21"/>
                  </a:cubicBezTo>
                  <a:cubicBezTo>
                    <a:pt x="200" y="20"/>
                    <a:pt x="201" y="19"/>
                    <a:pt x="202" y="19"/>
                  </a:cubicBezTo>
                  <a:cubicBezTo>
                    <a:pt x="203" y="18"/>
                    <a:pt x="204" y="18"/>
                    <a:pt x="205" y="18"/>
                  </a:cubicBezTo>
                  <a:cubicBezTo>
                    <a:pt x="206" y="18"/>
                    <a:pt x="207" y="18"/>
                    <a:pt x="207" y="18"/>
                  </a:cubicBezTo>
                  <a:cubicBezTo>
                    <a:pt x="208" y="19"/>
                    <a:pt x="208" y="19"/>
                    <a:pt x="209" y="20"/>
                  </a:cubicBezTo>
                  <a:cubicBezTo>
                    <a:pt x="209" y="20"/>
                    <a:pt x="209" y="21"/>
                    <a:pt x="209" y="22"/>
                  </a:cubicBezTo>
                  <a:cubicBezTo>
                    <a:pt x="209" y="23"/>
                    <a:pt x="209" y="24"/>
                    <a:pt x="209" y="25"/>
                  </a:cubicBezTo>
                  <a:cubicBezTo>
                    <a:pt x="209" y="26"/>
                    <a:pt x="209" y="27"/>
                    <a:pt x="208" y="28"/>
                  </a:cubicBezTo>
                  <a:cubicBezTo>
                    <a:pt x="206" y="41"/>
                    <a:pt x="206" y="41"/>
                    <a:pt x="206" y="41"/>
                  </a:cubicBezTo>
                  <a:cubicBezTo>
                    <a:pt x="213" y="41"/>
                    <a:pt x="213" y="41"/>
                    <a:pt x="213" y="41"/>
                  </a:cubicBezTo>
                  <a:cubicBezTo>
                    <a:pt x="216" y="27"/>
                    <a:pt x="216" y="27"/>
                    <a:pt x="216" y="27"/>
                  </a:cubicBezTo>
                  <a:cubicBezTo>
                    <a:pt x="216" y="26"/>
                    <a:pt x="216" y="25"/>
                    <a:pt x="217" y="24"/>
                  </a:cubicBezTo>
                  <a:cubicBezTo>
                    <a:pt x="217" y="23"/>
                    <a:pt x="217" y="22"/>
                    <a:pt x="217" y="21"/>
                  </a:cubicBezTo>
                  <a:cubicBezTo>
                    <a:pt x="217" y="19"/>
                    <a:pt x="217" y="18"/>
                    <a:pt x="216" y="16"/>
                  </a:cubicBezTo>
                  <a:cubicBezTo>
                    <a:pt x="215" y="15"/>
                    <a:pt x="214" y="14"/>
                    <a:pt x="213" y="13"/>
                  </a:cubicBezTo>
                  <a:cubicBezTo>
                    <a:pt x="211" y="12"/>
                    <a:pt x="210" y="12"/>
                    <a:pt x="208" y="12"/>
                  </a:cubicBezTo>
                  <a:cubicBezTo>
                    <a:pt x="207" y="12"/>
                    <a:pt x="206" y="12"/>
                    <a:pt x="205" y="13"/>
                  </a:cubicBezTo>
                  <a:cubicBezTo>
                    <a:pt x="204" y="13"/>
                    <a:pt x="203" y="13"/>
                    <a:pt x="202" y="14"/>
                  </a:cubicBezTo>
                  <a:cubicBezTo>
                    <a:pt x="201" y="14"/>
                    <a:pt x="200" y="15"/>
                    <a:pt x="200" y="15"/>
                  </a:cubicBezTo>
                  <a:cubicBezTo>
                    <a:pt x="200" y="15"/>
                    <a:pt x="200" y="15"/>
                    <a:pt x="200" y="15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196" y="0"/>
                    <a:pt x="196" y="0"/>
                    <a:pt x="196" y="0"/>
                  </a:cubicBezTo>
                  <a:lnTo>
                    <a:pt x="187" y="41"/>
                  </a:lnTo>
                  <a:close/>
                  <a:moveTo>
                    <a:pt x="221" y="41"/>
                  </a:moveTo>
                  <a:cubicBezTo>
                    <a:pt x="228" y="41"/>
                    <a:pt x="228" y="41"/>
                    <a:pt x="228" y="41"/>
                  </a:cubicBezTo>
                  <a:cubicBezTo>
                    <a:pt x="231" y="27"/>
                    <a:pt x="231" y="27"/>
                    <a:pt x="231" y="27"/>
                  </a:cubicBezTo>
                  <a:cubicBezTo>
                    <a:pt x="231" y="26"/>
                    <a:pt x="231" y="25"/>
                    <a:pt x="232" y="24"/>
                  </a:cubicBezTo>
                  <a:cubicBezTo>
                    <a:pt x="232" y="22"/>
                    <a:pt x="233" y="22"/>
                    <a:pt x="233" y="21"/>
                  </a:cubicBezTo>
                  <a:cubicBezTo>
                    <a:pt x="234" y="20"/>
                    <a:pt x="235" y="19"/>
                    <a:pt x="236" y="19"/>
                  </a:cubicBezTo>
                  <a:cubicBezTo>
                    <a:pt x="236" y="18"/>
                    <a:pt x="237" y="18"/>
                    <a:pt x="239" y="18"/>
                  </a:cubicBezTo>
                  <a:cubicBezTo>
                    <a:pt x="240" y="18"/>
                    <a:pt x="240" y="18"/>
                    <a:pt x="241" y="18"/>
                  </a:cubicBezTo>
                  <a:cubicBezTo>
                    <a:pt x="241" y="19"/>
                    <a:pt x="242" y="19"/>
                    <a:pt x="242" y="20"/>
                  </a:cubicBezTo>
                  <a:cubicBezTo>
                    <a:pt x="243" y="20"/>
                    <a:pt x="243" y="21"/>
                    <a:pt x="243" y="22"/>
                  </a:cubicBezTo>
                  <a:cubicBezTo>
                    <a:pt x="243" y="23"/>
                    <a:pt x="243" y="24"/>
                    <a:pt x="242" y="25"/>
                  </a:cubicBezTo>
                  <a:cubicBezTo>
                    <a:pt x="242" y="26"/>
                    <a:pt x="242" y="27"/>
                    <a:pt x="242" y="28"/>
                  </a:cubicBezTo>
                  <a:cubicBezTo>
                    <a:pt x="239" y="41"/>
                    <a:pt x="239" y="41"/>
                    <a:pt x="239" y="41"/>
                  </a:cubicBezTo>
                  <a:cubicBezTo>
                    <a:pt x="247" y="41"/>
                    <a:pt x="247" y="41"/>
                    <a:pt x="247" y="41"/>
                  </a:cubicBezTo>
                  <a:cubicBezTo>
                    <a:pt x="249" y="27"/>
                    <a:pt x="249" y="27"/>
                    <a:pt x="249" y="27"/>
                  </a:cubicBezTo>
                  <a:cubicBezTo>
                    <a:pt x="250" y="26"/>
                    <a:pt x="250" y="25"/>
                    <a:pt x="250" y="24"/>
                  </a:cubicBezTo>
                  <a:cubicBezTo>
                    <a:pt x="250" y="23"/>
                    <a:pt x="250" y="22"/>
                    <a:pt x="250" y="21"/>
                  </a:cubicBezTo>
                  <a:cubicBezTo>
                    <a:pt x="250" y="19"/>
                    <a:pt x="250" y="18"/>
                    <a:pt x="249" y="16"/>
                  </a:cubicBezTo>
                  <a:cubicBezTo>
                    <a:pt x="249" y="15"/>
                    <a:pt x="247" y="14"/>
                    <a:pt x="246" y="13"/>
                  </a:cubicBezTo>
                  <a:cubicBezTo>
                    <a:pt x="245" y="12"/>
                    <a:pt x="243" y="12"/>
                    <a:pt x="241" y="12"/>
                  </a:cubicBezTo>
                  <a:cubicBezTo>
                    <a:pt x="240" y="12"/>
                    <a:pt x="239" y="12"/>
                    <a:pt x="238" y="13"/>
                  </a:cubicBezTo>
                  <a:cubicBezTo>
                    <a:pt x="237" y="13"/>
                    <a:pt x="236" y="13"/>
                    <a:pt x="235" y="14"/>
                  </a:cubicBezTo>
                  <a:cubicBezTo>
                    <a:pt x="235" y="14"/>
                    <a:pt x="234" y="15"/>
                    <a:pt x="233" y="15"/>
                  </a:cubicBezTo>
                  <a:cubicBezTo>
                    <a:pt x="233" y="15"/>
                    <a:pt x="233" y="15"/>
                    <a:pt x="233" y="15"/>
                  </a:cubicBezTo>
                  <a:cubicBezTo>
                    <a:pt x="234" y="13"/>
                    <a:pt x="234" y="13"/>
                    <a:pt x="234" y="13"/>
                  </a:cubicBezTo>
                  <a:cubicBezTo>
                    <a:pt x="226" y="13"/>
                    <a:pt x="226" y="13"/>
                    <a:pt x="226" y="13"/>
                  </a:cubicBezTo>
                  <a:cubicBezTo>
                    <a:pt x="226" y="13"/>
                    <a:pt x="226" y="14"/>
                    <a:pt x="226" y="14"/>
                  </a:cubicBezTo>
                  <a:cubicBezTo>
                    <a:pt x="226" y="15"/>
                    <a:pt x="226" y="16"/>
                    <a:pt x="226" y="17"/>
                  </a:cubicBezTo>
                  <a:lnTo>
                    <a:pt x="221" y="41"/>
                  </a:lnTo>
                  <a:close/>
                  <a:moveTo>
                    <a:pt x="269" y="36"/>
                  </a:moveTo>
                  <a:cubicBezTo>
                    <a:pt x="267" y="36"/>
                    <a:pt x="266" y="36"/>
                    <a:pt x="265" y="35"/>
                  </a:cubicBezTo>
                  <a:cubicBezTo>
                    <a:pt x="264" y="34"/>
                    <a:pt x="264" y="34"/>
                    <a:pt x="263" y="33"/>
                  </a:cubicBezTo>
                  <a:cubicBezTo>
                    <a:pt x="263" y="32"/>
                    <a:pt x="263" y="30"/>
                    <a:pt x="263" y="29"/>
                  </a:cubicBezTo>
                  <a:cubicBezTo>
                    <a:pt x="263" y="28"/>
                    <a:pt x="263" y="27"/>
                    <a:pt x="263" y="26"/>
                  </a:cubicBezTo>
                  <a:cubicBezTo>
                    <a:pt x="263" y="25"/>
                    <a:pt x="264" y="24"/>
                    <a:pt x="264" y="23"/>
                  </a:cubicBezTo>
                  <a:cubicBezTo>
                    <a:pt x="265" y="22"/>
                    <a:pt x="265" y="21"/>
                    <a:pt x="266" y="20"/>
                  </a:cubicBezTo>
                  <a:cubicBezTo>
                    <a:pt x="267" y="20"/>
                    <a:pt x="267" y="19"/>
                    <a:pt x="268" y="18"/>
                  </a:cubicBezTo>
                  <a:cubicBezTo>
                    <a:pt x="269" y="18"/>
                    <a:pt x="270" y="18"/>
                    <a:pt x="271" y="18"/>
                  </a:cubicBezTo>
                  <a:cubicBezTo>
                    <a:pt x="273" y="18"/>
                    <a:pt x="273" y="18"/>
                    <a:pt x="274" y="18"/>
                  </a:cubicBezTo>
                  <a:cubicBezTo>
                    <a:pt x="275" y="19"/>
                    <a:pt x="275" y="19"/>
                    <a:pt x="276" y="20"/>
                  </a:cubicBezTo>
                  <a:cubicBezTo>
                    <a:pt x="276" y="20"/>
                    <a:pt x="277" y="21"/>
                    <a:pt x="277" y="22"/>
                  </a:cubicBezTo>
                  <a:cubicBezTo>
                    <a:pt x="277" y="23"/>
                    <a:pt x="277" y="24"/>
                    <a:pt x="277" y="24"/>
                  </a:cubicBezTo>
                  <a:cubicBezTo>
                    <a:pt x="277" y="25"/>
                    <a:pt x="277" y="26"/>
                    <a:pt x="277" y="28"/>
                  </a:cubicBezTo>
                  <a:cubicBezTo>
                    <a:pt x="277" y="29"/>
                    <a:pt x="276" y="30"/>
                    <a:pt x="276" y="31"/>
                  </a:cubicBezTo>
                  <a:cubicBezTo>
                    <a:pt x="275" y="32"/>
                    <a:pt x="275" y="32"/>
                    <a:pt x="274" y="33"/>
                  </a:cubicBezTo>
                  <a:cubicBezTo>
                    <a:pt x="273" y="34"/>
                    <a:pt x="273" y="35"/>
                    <a:pt x="272" y="35"/>
                  </a:cubicBezTo>
                  <a:cubicBezTo>
                    <a:pt x="271" y="36"/>
                    <a:pt x="270" y="36"/>
                    <a:pt x="269" y="36"/>
                  </a:cubicBezTo>
                  <a:moveTo>
                    <a:pt x="272" y="12"/>
                  </a:moveTo>
                  <a:cubicBezTo>
                    <a:pt x="269" y="12"/>
                    <a:pt x="267" y="12"/>
                    <a:pt x="265" y="13"/>
                  </a:cubicBezTo>
                  <a:cubicBezTo>
                    <a:pt x="263" y="14"/>
                    <a:pt x="261" y="15"/>
                    <a:pt x="260" y="17"/>
                  </a:cubicBezTo>
                  <a:cubicBezTo>
                    <a:pt x="258" y="18"/>
                    <a:pt x="257" y="20"/>
                    <a:pt x="256" y="22"/>
                  </a:cubicBezTo>
                  <a:cubicBezTo>
                    <a:pt x="256" y="24"/>
                    <a:pt x="255" y="26"/>
                    <a:pt x="255" y="29"/>
                  </a:cubicBezTo>
                  <a:cubicBezTo>
                    <a:pt x="255" y="31"/>
                    <a:pt x="256" y="34"/>
                    <a:pt x="257" y="36"/>
                  </a:cubicBezTo>
                  <a:cubicBezTo>
                    <a:pt x="258" y="37"/>
                    <a:pt x="259" y="39"/>
                    <a:pt x="261" y="40"/>
                  </a:cubicBezTo>
                  <a:cubicBezTo>
                    <a:pt x="263" y="41"/>
                    <a:pt x="265" y="42"/>
                    <a:pt x="268" y="42"/>
                  </a:cubicBezTo>
                  <a:cubicBezTo>
                    <a:pt x="270" y="42"/>
                    <a:pt x="273" y="41"/>
                    <a:pt x="275" y="40"/>
                  </a:cubicBezTo>
                  <a:cubicBezTo>
                    <a:pt x="277" y="39"/>
                    <a:pt x="279" y="38"/>
                    <a:pt x="280" y="37"/>
                  </a:cubicBezTo>
                  <a:cubicBezTo>
                    <a:pt x="282" y="35"/>
                    <a:pt x="283" y="33"/>
                    <a:pt x="284" y="31"/>
                  </a:cubicBezTo>
                  <a:cubicBezTo>
                    <a:pt x="284" y="29"/>
                    <a:pt x="285" y="27"/>
                    <a:pt x="285" y="24"/>
                  </a:cubicBezTo>
                  <a:cubicBezTo>
                    <a:pt x="285" y="22"/>
                    <a:pt x="284" y="21"/>
                    <a:pt x="284" y="19"/>
                  </a:cubicBezTo>
                  <a:cubicBezTo>
                    <a:pt x="283" y="18"/>
                    <a:pt x="282" y="16"/>
                    <a:pt x="281" y="15"/>
                  </a:cubicBezTo>
                  <a:cubicBezTo>
                    <a:pt x="280" y="14"/>
                    <a:pt x="279" y="13"/>
                    <a:pt x="277" y="13"/>
                  </a:cubicBezTo>
                  <a:cubicBezTo>
                    <a:pt x="275" y="12"/>
                    <a:pt x="274" y="12"/>
                    <a:pt x="272" y="12"/>
                  </a:cubicBezTo>
                  <a:moveTo>
                    <a:pt x="287" y="41"/>
                  </a:moveTo>
                  <a:cubicBezTo>
                    <a:pt x="295" y="41"/>
                    <a:pt x="295" y="41"/>
                    <a:pt x="295" y="41"/>
                  </a:cubicBezTo>
                  <a:cubicBezTo>
                    <a:pt x="304" y="0"/>
                    <a:pt x="304" y="0"/>
                    <a:pt x="304" y="0"/>
                  </a:cubicBezTo>
                  <a:cubicBezTo>
                    <a:pt x="296" y="0"/>
                    <a:pt x="296" y="0"/>
                    <a:pt x="296" y="0"/>
                  </a:cubicBezTo>
                  <a:lnTo>
                    <a:pt x="287" y="41"/>
                  </a:lnTo>
                  <a:close/>
                  <a:moveTo>
                    <a:pt x="317" y="36"/>
                  </a:moveTo>
                  <a:cubicBezTo>
                    <a:pt x="316" y="36"/>
                    <a:pt x="315" y="36"/>
                    <a:pt x="314" y="35"/>
                  </a:cubicBezTo>
                  <a:cubicBezTo>
                    <a:pt x="313" y="34"/>
                    <a:pt x="312" y="34"/>
                    <a:pt x="312" y="33"/>
                  </a:cubicBezTo>
                  <a:cubicBezTo>
                    <a:pt x="312" y="32"/>
                    <a:pt x="311" y="30"/>
                    <a:pt x="311" y="29"/>
                  </a:cubicBezTo>
                  <a:cubicBezTo>
                    <a:pt x="311" y="28"/>
                    <a:pt x="312" y="27"/>
                    <a:pt x="312" y="26"/>
                  </a:cubicBezTo>
                  <a:cubicBezTo>
                    <a:pt x="312" y="25"/>
                    <a:pt x="312" y="24"/>
                    <a:pt x="313" y="23"/>
                  </a:cubicBezTo>
                  <a:cubicBezTo>
                    <a:pt x="313" y="22"/>
                    <a:pt x="314" y="21"/>
                    <a:pt x="315" y="20"/>
                  </a:cubicBezTo>
                  <a:cubicBezTo>
                    <a:pt x="315" y="20"/>
                    <a:pt x="316" y="19"/>
                    <a:pt x="317" y="18"/>
                  </a:cubicBezTo>
                  <a:cubicBezTo>
                    <a:pt x="318" y="18"/>
                    <a:pt x="319" y="18"/>
                    <a:pt x="320" y="18"/>
                  </a:cubicBezTo>
                  <a:cubicBezTo>
                    <a:pt x="321" y="18"/>
                    <a:pt x="322" y="18"/>
                    <a:pt x="323" y="18"/>
                  </a:cubicBezTo>
                  <a:cubicBezTo>
                    <a:pt x="324" y="19"/>
                    <a:pt x="324" y="19"/>
                    <a:pt x="325" y="20"/>
                  </a:cubicBezTo>
                  <a:cubicBezTo>
                    <a:pt x="325" y="20"/>
                    <a:pt x="325" y="21"/>
                    <a:pt x="326" y="22"/>
                  </a:cubicBezTo>
                  <a:cubicBezTo>
                    <a:pt x="326" y="23"/>
                    <a:pt x="326" y="24"/>
                    <a:pt x="326" y="24"/>
                  </a:cubicBezTo>
                  <a:cubicBezTo>
                    <a:pt x="326" y="25"/>
                    <a:pt x="326" y="26"/>
                    <a:pt x="325" y="28"/>
                  </a:cubicBezTo>
                  <a:cubicBezTo>
                    <a:pt x="325" y="29"/>
                    <a:pt x="325" y="30"/>
                    <a:pt x="324" y="31"/>
                  </a:cubicBezTo>
                  <a:cubicBezTo>
                    <a:pt x="324" y="32"/>
                    <a:pt x="323" y="32"/>
                    <a:pt x="323" y="33"/>
                  </a:cubicBezTo>
                  <a:cubicBezTo>
                    <a:pt x="322" y="34"/>
                    <a:pt x="321" y="35"/>
                    <a:pt x="320" y="35"/>
                  </a:cubicBezTo>
                  <a:cubicBezTo>
                    <a:pt x="319" y="36"/>
                    <a:pt x="318" y="36"/>
                    <a:pt x="317" y="36"/>
                  </a:cubicBezTo>
                  <a:moveTo>
                    <a:pt x="321" y="12"/>
                  </a:moveTo>
                  <a:cubicBezTo>
                    <a:pt x="318" y="12"/>
                    <a:pt x="316" y="12"/>
                    <a:pt x="314" y="13"/>
                  </a:cubicBezTo>
                  <a:cubicBezTo>
                    <a:pt x="312" y="14"/>
                    <a:pt x="310" y="15"/>
                    <a:pt x="309" y="17"/>
                  </a:cubicBezTo>
                  <a:cubicBezTo>
                    <a:pt x="307" y="18"/>
                    <a:pt x="306" y="20"/>
                    <a:pt x="305" y="22"/>
                  </a:cubicBezTo>
                  <a:cubicBezTo>
                    <a:pt x="304" y="24"/>
                    <a:pt x="304" y="26"/>
                    <a:pt x="304" y="29"/>
                  </a:cubicBezTo>
                  <a:cubicBezTo>
                    <a:pt x="304" y="31"/>
                    <a:pt x="304" y="34"/>
                    <a:pt x="305" y="36"/>
                  </a:cubicBezTo>
                  <a:cubicBezTo>
                    <a:pt x="306" y="37"/>
                    <a:pt x="308" y="39"/>
                    <a:pt x="310" y="40"/>
                  </a:cubicBezTo>
                  <a:cubicBezTo>
                    <a:pt x="312" y="41"/>
                    <a:pt x="314" y="42"/>
                    <a:pt x="317" y="42"/>
                  </a:cubicBezTo>
                  <a:cubicBezTo>
                    <a:pt x="319" y="42"/>
                    <a:pt x="321" y="41"/>
                    <a:pt x="323" y="40"/>
                  </a:cubicBezTo>
                  <a:cubicBezTo>
                    <a:pt x="326" y="39"/>
                    <a:pt x="327" y="38"/>
                    <a:pt x="329" y="37"/>
                  </a:cubicBezTo>
                  <a:cubicBezTo>
                    <a:pt x="330" y="35"/>
                    <a:pt x="331" y="33"/>
                    <a:pt x="332" y="31"/>
                  </a:cubicBezTo>
                  <a:cubicBezTo>
                    <a:pt x="333" y="29"/>
                    <a:pt x="333" y="27"/>
                    <a:pt x="333" y="24"/>
                  </a:cubicBezTo>
                  <a:cubicBezTo>
                    <a:pt x="333" y="22"/>
                    <a:pt x="333" y="21"/>
                    <a:pt x="332" y="19"/>
                  </a:cubicBezTo>
                  <a:cubicBezTo>
                    <a:pt x="332" y="18"/>
                    <a:pt x="331" y="16"/>
                    <a:pt x="330" y="15"/>
                  </a:cubicBezTo>
                  <a:cubicBezTo>
                    <a:pt x="329" y="14"/>
                    <a:pt x="327" y="13"/>
                    <a:pt x="326" y="13"/>
                  </a:cubicBezTo>
                  <a:cubicBezTo>
                    <a:pt x="324" y="12"/>
                    <a:pt x="322" y="12"/>
                    <a:pt x="321" y="12"/>
                  </a:cubicBezTo>
                  <a:moveTo>
                    <a:pt x="335" y="51"/>
                  </a:moveTo>
                  <a:cubicBezTo>
                    <a:pt x="337" y="52"/>
                    <a:pt x="339" y="52"/>
                    <a:pt x="341" y="53"/>
                  </a:cubicBezTo>
                  <a:cubicBezTo>
                    <a:pt x="343" y="53"/>
                    <a:pt x="345" y="53"/>
                    <a:pt x="347" y="53"/>
                  </a:cubicBezTo>
                  <a:cubicBezTo>
                    <a:pt x="349" y="53"/>
                    <a:pt x="351" y="53"/>
                    <a:pt x="353" y="52"/>
                  </a:cubicBezTo>
                  <a:cubicBezTo>
                    <a:pt x="355" y="51"/>
                    <a:pt x="357" y="50"/>
                    <a:pt x="358" y="49"/>
                  </a:cubicBezTo>
                  <a:cubicBezTo>
                    <a:pt x="359" y="48"/>
                    <a:pt x="360" y="46"/>
                    <a:pt x="361" y="44"/>
                  </a:cubicBezTo>
                  <a:cubicBezTo>
                    <a:pt x="362" y="42"/>
                    <a:pt x="362" y="40"/>
                    <a:pt x="363" y="38"/>
                  </a:cubicBezTo>
                  <a:cubicBezTo>
                    <a:pt x="367" y="17"/>
                    <a:pt x="367" y="17"/>
                    <a:pt x="367" y="17"/>
                  </a:cubicBezTo>
                  <a:cubicBezTo>
                    <a:pt x="367" y="16"/>
                    <a:pt x="368" y="15"/>
                    <a:pt x="368" y="14"/>
                  </a:cubicBezTo>
                  <a:cubicBezTo>
                    <a:pt x="368" y="14"/>
                    <a:pt x="368" y="13"/>
                    <a:pt x="368" y="13"/>
                  </a:cubicBezTo>
                  <a:cubicBezTo>
                    <a:pt x="361" y="13"/>
                    <a:pt x="361" y="13"/>
                    <a:pt x="361" y="13"/>
                  </a:cubicBezTo>
                  <a:cubicBezTo>
                    <a:pt x="360" y="17"/>
                    <a:pt x="360" y="17"/>
                    <a:pt x="360" y="17"/>
                  </a:cubicBezTo>
                  <a:cubicBezTo>
                    <a:pt x="360" y="16"/>
                    <a:pt x="359" y="15"/>
                    <a:pt x="358" y="14"/>
                  </a:cubicBezTo>
                  <a:cubicBezTo>
                    <a:pt x="357" y="14"/>
                    <a:pt x="356" y="13"/>
                    <a:pt x="355" y="13"/>
                  </a:cubicBezTo>
                  <a:cubicBezTo>
                    <a:pt x="354" y="12"/>
                    <a:pt x="353" y="12"/>
                    <a:pt x="352" y="12"/>
                  </a:cubicBezTo>
                  <a:cubicBezTo>
                    <a:pt x="350" y="12"/>
                    <a:pt x="348" y="12"/>
                    <a:pt x="347" y="13"/>
                  </a:cubicBezTo>
                  <a:cubicBezTo>
                    <a:pt x="345" y="14"/>
                    <a:pt x="344" y="14"/>
                    <a:pt x="343" y="16"/>
                  </a:cubicBezTo>
                  <a:cubicBezTo>
                    <a:pt x="341" y="17"/>
                    <a:pt x="341" y="18"/>
                    <a:pt x="340" y="19"/>
                  </a:cubicBezTo>
                  <a:cubicBezTo>
                    <a:pt x="339" y="21"/>
                    <a:pt x="338" y="22"/>
                    <a:pt x="338" y="24"/>
                  </a:cubicBezTo>
                  <a:cubicBezTo>
                    <a:pt x="338" y="26"/>
                    <a:pt x="337" y="27"/>
                    <a:pt x="337" y="29"/>
                  </a:cubicBezTo>
                  <a:cubicBezTo>
                    <a:pt x="337" y="31"/>
                    <a:pt x="338" y="32"/>
                    <a:pt x="338" y="33"/>
                  </a:cubicBezTo>
                  <a:cubicBezTo>
                    <a:pt x="338" y="35"/>
                    <a:pt x="339" y="36"/>
                    <a:pt x="340" y="37"/>
                  </a:cubicBezTo>
                  <a:cubicBezTo>
                    <a:pt x="340" y="38"/>
                    <a:pt x="341" y="39"/>
                    <a:pt x="343" y="40"/>
                  </a:cubicBezTo>
                  <a:cubicBezTo>
                    <a:pt x="344" y="41"/>
                    <a:pt x="345" y="41"/>
                    <a:pt x="347" y="41"/>
                  </a:cubicBezTo>
                  <a:cubicBezTo>
                    <a:pt x="349" y="41"/>
                    <a:pt x="350" y="41"/>
                    <a:pt x="351" y="40"/>
                  </a:cubicBezTo>
                  <a:cubicBezTo>
                    <a:pt x="352" y="40"/>
                    <a:pt x="353" y="39"/>
                    <a:pt x="354" y="38"/>
                  </a:cubicBezTo>
                  <a:cubicBezTo>
                    <a:pt x="355" y="38"/>
                    <a:pt x="356" y="37"/>
                    <a:pt x="357" y="36"/>
                  </a:cubicBezTo>
                  <a:cubicBezTo>
                    <a:pt x="357" y="36"/>
                    <a:pt x="357" y="36"/>
                    <a:pt x="357" y="36"/>
                  </a:cubicBezTo>
                  <a:cubicBezTo>
                    <a:pt x="356" y="37"/>
                    <a:pt x="356" y="38"/>
                    <a:pt x="356" y="39"/>
                  </a:cubicBezTo>
                  <a:cubicBezTo>
                    <a:pt x="355" y="40"/>
                    <a:pt x="355" y="41"/>
                    <a:pt x="354" y="42"/>
                  </a:cubicBezTo>
                  <a:cubicBezTo>
                    <a:pt x="354" y="43"/>
                    <a:pt x="353" y="44"/>
                    <a:pt x="353" y="45"/>
                  </a:cubicBezTo>
                  <a:cubicBezTo>
                    <a:pt x="352" y="46"/>
                    <a:pt x="351" y="46"/>
                    <a:pt x="350" y="47"/>
                  </a:cubicBezTo>
                  <a:cubicBezTo>
                    <a:pt x="349" y="47"/>
                    <a:pt x="348" y="47"/>
                    <a:pt x="346" y="47"/>
                  </a:cubicBezTo>
                  <a:cubicBezTo>
                    <a:pt x="345" y="47"/>
                    <a:pt x="344" y="47"/>
                    <a:pt x="343" y="47"/>
                  </a:cubicBezTo>
                  <a:cubicBezTo>
                    <a:pt x="342" y="47"/>
                    <a:pt x="341" y="47"/>
                    <a:pt x="340" y="46"/>
                  </a:cubicBezTo>
                  <a:cubicBezTo>
                    <a:pt x="339" y="46"/>
                    <a:pt x="338" y="46"/>
                    <a:pt x="337" y="45"/>
                  </a:cubicBezTo>
                  <a:lnTo>
                    <a:pt x="335" y="51"/>
                  </a:lnTo>
                  <a:close/>
                  <a:moveTo>
                    <a:pt x="358" y="24"/>
                  </a:moveTo>
                  <a:cubicBezTo>
                    <a:pt x="358" y="25"/>
                    <a:pt x="358" y="26"/>
                    <a:pt x="358" y="27"/>
                  </a:cubicBezTo>
                  <a:cubicBezTo>
                    <a:pt x="357" y="28"/>
                    <a:pt x="357" y="29"/>
                    <a:pt x="357" y="30"/>
                  </a:cubicBezTo>
                  <a:cubicBezTo>
                    <a:pt x="356" y="31"/>
                    <a:pt x="356" y="32"/>
                    <a:pt x="355" y="33"/>
                  </a:cubicBezTo>
                  <a:cubicBezTo>
                    <a:pt x="354" y="33"/>
                    <a:pt x="354" y="34"/>
                    <a:pt x="353" y="35"/>
                  </a:cubicBezTo>
                  <a:cubicBezTo>
                    <a:pt x="352" y="35"/>
                    <a:pt x="351" y="35"/>
                    <a:pt x="350" y="35"/>
                  </a:cubicBezTo>
                  <a:cubicBezTo>
                    <a:pt x="349" y="35"/>
                    <a:pt x="348" y="35"/>
                    <a:pt x="347" y="34"/>
                  </a:cubicBezTo>
                  <a:cubicBezTo>
                    <a:pt x="346" y="34"/>
                    <a:pt x="346" y="33"/>
                    <a:pt x="345" y="32"/>
                  </a:cubicBezTo>
                  <a:cubicBezTo>
                    <a:pt x="345" y="31"/>
                    <a:pt x="345" y="30"/>
                    <a:pt x="345" y="29"/>
                  </a:cubicBezTo>
                  <a:cubicBezTo>
                    <a:pt x="345" y="28"/>
                    <a:pt x="345" y="27"/>
                    <a:pt x="345" y="26"/>
                  </a:cubicBezTo>
                  <a:cubicBezTo>
                    <a:pt x="345" y="25"/>
                    <a:pt x="346" y="24"/>
                    <a:pt x="346" y="23"/>
                  </a:cubicBezTo>
                  <a:cubicBezTo>
                    <a:pt x="347" y="22"/>
                    <a:pt x="347" y="21"/>
                    <a:pt x="348" y="20"/>
                  </a:cubicBezTo>
                  <a:cubicBezTo>
                    <a:pt x="348" y="20"/>
                    <a:pt x="349" y="19"/>
                    <a:pt x="350" y="18"/>
                  </a:cubicBezTo>
                  <a:cubicBezTo>
                    <a:pt x="351" y="18"/>
                    <a:pt x="352" y="18"/>
                    <a:pt x="353" y="18"/>
                  </a:cubicBezTo>
                  <a:cubicBezTo>
                    <a:pt x="354" y="18"/>
                    <a:pt x="355" y="18"/>
                    <a:pt x="356" y="19"/>
                  </a:cubicBezTo>
                  <a:cubicBezTo>
                    <a:pt x="356" y="19"/>
                    <a:pt x="357" y="20"/>
                    <a:pt x="357" y="21"/>
                  </a:cubicBezTo>
                  <a:cubicBezTo>
                    <a:pt x="358" y="22"/>
                    <a:pt x="358" y="23"/>
                    <a:pt x="358" y="24"/>
                  </a:cubicBezTo>
                  <a:moveTo>
                    <a:pt x="372" y="13"/>
                  </a:moveTo>
                  <a:cubicBezTo>
                    <a:pt x="377" y="42"/>
                    <a:pt x="377" y="42"/>
                    <a:pt x="377" y="42"/>
                  </a:cubicBezTo>
                  <a:cubicBezTo>
                    <a:pt x="376" y="44"/>
                    <a:pt x="375" y="45"/>
                    <a:pt x="375" y="45"/>
                  </a:cubicBezTo>
                  <a:cubicBezTo>
                    <a:pt x="374" y="46"/>
                    <a:pt x="373" y="47"/>
                    <a:pt x="373" y="47"/>
                  </a:cubicBezTo>
                  <a:cubicBezTo>
                    <a:pt x="372" y="47"/>
                    <a:pt x="371" y="47"/>
                    <a:pt x="371" y="47"/>
                  </a:cubicBezTo>
                  <a:cubicBezTo>
                    <a:pt x="370" y="47"/>
                    <a:pt x="369" y="47"/>
                    <a:pt x="369" y="47"/>
                  </a:cubicBezTo>
                  <a:cubicBezTo>
                    <a:pt x="368" y="47"/>
                    <a:pt x="368" y="47"/>
                    <a:pt x="367" y="47"/>
                  </a:cubicBezTo>
                  <a:cubicBezTo>
                    <a:pt x="366" y="52"/>
                    <a:pt x="366" y="52"/>
                    <a:pt x="366" y="52"/>
                  </a:cubicBezTo>
                  <a:cubicBezTo>
                    <a:pt x="367" y="53"/>
                    <a:pt x="368" y="53"/>
                    <a:pt x="369" y="53"/>
                  </a:cubicBezTo>
                  <a:cubicBezTo>
                    <a:pt x="369" y="53"/>
                    <a:pt x="370" y="53"/>
                    <a:pt x="371" y="53"/>
                  </a:cubicBezTo>
                  <a:cubicBezTo>
                    <a:pt x="373" y="53"/>
                    <a:pt x="374" y="53"/>
                    <a:pt x="375" y="52"/>
                  </a:cubicBezTo>
                  <a:cubicBezTo>
                    <a:pt x="377" y="52"/>
                    <a:pt x="378" y="51"/>
                    <a:pt x="378" y="51"/>
                  </a:cubicBezTo>
                  <a:cubicBezTo>
                    <a:pt x="379" y="50"/>
                    <a:pt x="380" y="49"/>
                    <a:pt x="381" y="48"/>
                  </a:cubicBezTo>
                  <a:cubicBezTo>
                    <a:pt x="381" y="47"/>
                    <a:pt x="382" y="46"/>
                    <a:pt x="383" y="45"/>
                  </a:cubicBezTo>
                  <a:cubicBezTo>
                    <a:pt x="402" y="13"/>
                    <a:pt x="402" y="13"/>
                    <a:pt x="402" y="13"/>
                  </a:cubicBezTo>
                  <a:cubicBezTo>
                    <a:pt x="394" y="13"/>
                    <a:pt x="394" y="13"/>
                    <a:pt x="394" y="13"/>
                  </a:cubicBezTo>
                  <a:cubicBezTo>
                    <a:pt x="382" y="34"/>
                    <a:pt x="382" y="34"/>
                    <a:pt x="382" y="34"/>
                  </a:cubicBezTo>
                  <a:cubicBezTo>
                    <a:pt x="382" y="34"/>
                    <a:pt x="382" y="34"/>
                    <a:pt x="382" y="34"/>
                  </a:cubicBezTo>
                  <a:cubicBezTo>
                    <a:pt x="380" y="13"/>
                    <a:pt x="380" y="13"/>
                    <a:pt x="380" y="13"/>
                  </a:cubicBezTo>
                  <a:lnTo>
                    <a:pt x="372" y="13"/>
                  </a:lnTo>
                  <a:close/>
                  <a:moveTo>
                    <a:pt x="445" y="4"/>
                  </a:moveTo>
                  <a:cubicBezTo>
                    <a:pt x="443" y="3"/>
                    <a:pt x="441" y="3"/>
                    <a:pt x="440" y="2"/>
                  </a:cubicBezTo>
                  <a:cubicBezTo>
                    <a:pt x="438" y="2"/>
                    <a:pt x="436" y="2"/>
                    <a:pt x="435" y="2"/>
                  </a:cubicBezTo>
                  <a:cubicBezTo>
                    <a:pt x="433" y="2"/>
                    <a:pt x="432" y="2"/>
                    <a:pt x="430" y="2"/>
                  </a:cubicBezTo>
                  <a:cubicBezTo>
                    <a:pt x="429" y="3"/>
                    <a:pt x="428" y="3"/>
                    <a:pt x="426" y="4"/>
                  </a:cubicBezTo>
                  <a:cubicBezTo>
                    <a:pt x="425" y="4"/>
                    <a:pt x="424" y="5"/>
                    <a:pt x="423" y="6"/>
                  </a:cubicBezTo>
                  <a:cubicBezTo>
                    <a:pt x="422" y="7"/>
                    <a:pt x="422" y="8"/>
                    <a:pt x="421" y="9"/>
                  </a:cubicBezTo>
                  <a:cubicBezTo>
                    <a:pt x="421" y="11"/>
                    <a:pt x="420" y="12"/>
                    <a:pt x="420" y="14"/>
                  </a:cubicBezTo>
                  <a:cubicBezTo>
                    <a:pt x="420" y="15"/>
                    <a:pt x="421" y="16"/>
                    <a:pt x="421" y="17"/>
                  </a:cubicBezTo>
                  <a:cubicBezTo>
                    <a:pt x="422" y="18"/>
                    <a:pt x="422" y="19"/>
                    <a:pt x="423" y="20"/>
                  </a:cubicBezTo>
                  <a:cubicBezTo>
                    <a:pt x="424" y="21"/>
                    <a:pt x="425" y="21"/>
                    <a:pt x="425" y="22"/>
                  </a:cubicBezTo>
                  <a:cubicBezTo>
                    <a:pt x="426" y="23"/>
                    <a:pt x="427" y="23"/>
                    <a:pt x="428" y="24"/>
                  </a:cubicBezTo>
                  <a:cubicBezTo>
                    <a:pt x="429" y="24"/>
                    <a:pt x="430" y="25"/>
                    <a:pt x="431" y="25"/>
                  </a:cubicBezTo>
                  <a:cubicBezTo>
                    <a:pt x="432" y="26"/>
                    <a:pt x="432" y="26"/>
                    <a:pt x="433" y="27"/>
                  </a:cubicBezTo>
                  <a:cubicBezTo>
                    <a:pt x="433" y="28"/>
                    <a:pt x="433" y="29"/>
                    <a:pt x="433" y="30"/>
                  </a:cubicBezTo>
                  <a:cubicBezTo>
                    <a:pt x="433" y="31"/>
                    <a:pt x="433" y="31"/>
                    <a:pt x="433" y="32"/>
                  </a:cubicBezTo>
                  <a:cubicBezTo>
                    <a:pt x="432" y="33"/>
                    <a:pt x="432" y="34"/>
                    <a:pt x="431" y="34"/>
                  </a:cubicBezTo>
                  <a:cubicBezTo>
                    <a:pt x="430" y="35"/>
                    <a:pt x="430" y="35"/>
                    <a:pt x="429" y="35"/>
                  </a:cubicBezTo>
                  <a:cubicBezTo>
                    <a:pt x="428" y="35"/>
                    <a:pt x="427" y="36"/>
                    <a:pt x="426" y="36"/>
                  </a:cubicBezTo>
                  <a:cubicBezTo>
                    <a:pt x="425" y="36"/>
                    <a:pt x="424" y="35"/>
                    <a:pt x="423" y="35"/>
                  </a:cubicBezTo>
                  <a:cubicBezTo>
                    <a:pt x="422" y="35"/>
                    <a:pt x="421" y="35"/>
                    <a:pt x="420" y="34"/>
                  </a:cubicBezTo>
                  <a:cubicBezTo>
                    <a:pt x="419" y="34"/>
                    <a:pt x="418" y="33"/>
                    <a:pt x="417" y="33"/>
                  </a:cubicBezTo>
                  <a:cubicBezTo>
                    <a:pt x="415" y="39"/>
                    <a:pt x="415" y="39"/>
                    <a:pt x="415" y="39"/>
                  </a:cubicBezTo>
                  <a:cubicBezTo>
                    <a:pt x="417" y="40"/>
                    <a:pt x="418" y="41"/>
                    <a:pt x="420" y="41"/>
                  </a:cubicBezTo>
                  <a:cubicBezTo>
                    <a:pt x="422" y="41"/>
                    <a:pt x="424" y="42"/>
                    <a:pt x="426" y="42"/>
                  </a:cubicBezTo>
                  <a:cubicBezTo>
                    <a:pt x="427" y="42"/>
                    <a:pt x="429" y="41"/>
                    <a:pt x="431" y="41"/>
                  </a:cubicBezTo>
                  <a:cubicBezTo>
                    <a:pt x="432" y="41"/>
                    <a:pt x="434" y="40"/>
                    <a:pt x="435" y="40"/>
                  </a:cubicBezTo>
                  <a:cubicBezTo>
                    <a:pt x="436" y="39"/>
                    <a:pt x="437" y="38"/>
                    <a:pt x="438" y="37"/>
                  </a:cubicBezTo>
                  <a:cubicBezTo>
                    <a:pt x="439" y="36"/>
                    <a:pt x="440" y="35"/>
                    <a:pt x="441" y="34"/>
                  </a:cubicBezTo>
                  <a:cubicBezTo>
                    <a:pt x="441" y="32"/>
                    <a:pt x="441" y="31"/>
                    <a:pt x="441" y="29"/>
                  </a:cubicBezTo>
                  <a:cubicBezTo>
                    <a:pt x="441" y="27"/>
                    <a:pt x="441" y="26"/>
                    <a:pt x="441" y="25"/>
                  </a:cubicBezTo>
                  <a:cubicBezTo>
                    <a:pt x="440" y="24"/>
                    <a:pt x="440" y="23"/>
                    <a:pt x="439" y="22"/>
                  </a:cubicBezTo>
                  <a:cubicBezTo>
                    <a:pt x="438" y="21"/>
                    <a:pt x="437" y="20"/>
                    <a:pt x="436" y="20"/>
                  </a:cubicBezTo>
                  <a:cubicBezTo>
                    <a:pt x="435" y="19"/>
                    <a:pt x="434" y="19"/>
                    <a:pt x="433" y="18"/>
                  </a:cubicBezTo>
                  <a:cubicBezTo>
                    <a:pt x="433" y="18"/>
                    <a:pt x="432" y="17"/>
                    <a:pt x="431" y="16"/>
                  </a:cubicBezTo>
                  <a:cubicBezTo>
                    <a:pt x="430" y="16"/>
                    <a:pt x="430" y="15"/>
                    <a:pt x="429" y="15"/>
                  </a:cubicBezTo>
                  <a:cubicBezTo>
                    <a:pt x="429" y="14"/>
                    <a:pt x="428" y="13"/>
                    <a:pt x="428" y="12"/>
                  </a:cubicBezTo>
                  <a:cubicBezTo>
                    <a:pt x="428" y="12"/>
                    <a:pt x="429" y="11"/>
                    <a:pt x="429" y="10"/>
                  </a:cubicBezTo>
                  <a:cubicBezTo>
                    <a:pt x="429" y="10"/>
                    <a:pt x="430" y="9"/>
                    <a:pt x="431" y="9"/>
                  </a:cubicBezTo>
                  <a:cubicBezTo>
                    <a:pt x="431" y="9"/>
                    <a:pt x="432" y="8"/>
                    <a:pt x="433" y="8"/>
                  </a:cubicBezTo>
                  <a:cubicBezTo>
                    <a:pt x="433" y="8"/>
                    <a:pt x="434" y="8"/>
                    <a:pt x="435" y="8"/>
                  </a:cubicBezTo>
                  <a:cubicBezTo>
                    <a:pt x="436" y="8"/>
                    <a:pt x="437" y="8"/>
                    <a:pt x="438" y="8"/>
                  </a:cubicBezTo>
                  <a:cubicBezTo>
                    <a:pt x="439" y="8"/>
                    <a:pt x="439" y="9"/>
                    <a:pt x="440" y="9"/>
                  </a:cubicBezTo>
                  <a:cubicBezTo>
                    <a:pt x="441" y="9"/>
                    <a:pt x="442" y="10"/>
                    <a:pt x="443" y="10"/>
                  </a:cubicBezTo>
                  <a:lnTo>
                    <a:pt x="445" y="4"/>
                  </a:lnTo>
                  <a:close/>
                  <a:moveTo>
                    <a:pt x="473" y="29"/>
                  </a:moveTo>
                  <a:cubicBezTo>
                    <a:pt x="474" y="28"/>
                    <a:pt x="474" y="27"/>
                    <a:pt x="474" y="26"/>
                  </a:cubicBezTo>
                  <a:cubicBezTo>
                    <a:pt x="474" y="25"/>
                    <a:pt x="474" y="24"/>
                    <a:pt x="474" y="23"/>
                  </a:cubicBezTo>
                  <a:cubicBezTo>
                    <a:pt x="474" y="20"/>
                    <a:pt x="474" y="18"/>
                    <a:pt x="473" y="17"/>
                  </a:cubicBezTo>
                  <a:cubicBezTo>
                    <a:pt x="472" y="15"/>
                    <a:pt x="470" y="14"/>
                    <a:pt x="469" y="13"/>
                  </a:cubicBezTo>
                  <a:cubicBezTo>
                    <a:pt x="467" y="12"/>
                    <a:pt x="465" y="12"/>
                    <a:pt x="462" y="12"/>
                  </a:cubicBezTo>
                  <a:cubicBezTo>
                    <a:pt x="461" y="12"/>
                    <a:pt x="459" y="12"/>
                    <a:pt x="457" y="13"/>
                  </a:cubicBezTo>
                  <a:cubicBezTo>
                    <a:pt x="456" y="14"/>
                    <a:pt x="454" y="14"/>
                    <a:pt x="453" y="16"/>
                  </a:cubicBezTo>
                  <a:cubicBezTo>
                    <a:pt x="452" y="17"/>
                    <a:pt x="450" y="18"/>
                    <a:pt x="449" y="19"/>
                  </a:cubicBezTo>
                  <a:cubicBezTo>
                    <a:pt x="448" y="21"/>
                    <a:pt x="448" y="22"/>
                    <a:pt x="447" y="24"/>
                  </a:cubicBezTo>
                  <a:cubicBezTo>
                    <a:pt x="447" y="26"/>
                    <a:pt x="446" y="27"/>
                    <a:pt x="446" y="29"/>
                  </a:cubicBezTo>
                  <a:cubicBezTo>
                    <a:pt x="446" y="31"/>
                    <a:pt x="447" y="33"/>
                    <a:pt x="447" y="35"/>
                  </a:cubicBezTo>
                  <a:cubicBezTo>
                    <a:pt x="448" y="36"/>
                    <a:pt x="449" y="38"/>
                    <a:pt x="450" y="39"/>
                  </a:cubicBezTo>
                  <a:cubicBezTo>
                    <a:pt x="451" y="40"/>
                    <a:pt x="453" y="40"/>
                    <a:pt x="454" y="41"/>
                  </a:cubicBezTo>
                  <a:cubicBezTo>
                    <a:pt x="456" y="41"/>
                    <a:pt x="458" y="42"/>
                    <a:pt x="460" y="42"/>
                  </a:cubicBezTo>
                  <a:cubicBezTo>
                    <a:pt x="462" y="42"/>
                    <a:pt x="463" y="41"/>
                    <a:pt x="465" y="41"/>
                  </a:cubicBezTo>
                  <a:cubicBezTo>
                    <a:pt x="466" y="41"/>
                    <a:pt x="468" y="40"/>
                    <a:pt x="469" y="40"/>
                  </a:cubicBezTo>
                  <a:cubicBezTo>
                    <a:pt x="470" y="34"/>
                    <a:pt x="470" y="34"/>
                    <a:pt x="470" y="34"/>
                  </a:cubicBezTo>
                  <a:cubicBezTo>
                    <a:pt x="469" y="35"/>
                    <a:pt x="467" y="35"/>
                    <a:pt x="466" y="36"/>
                  </a:cubicBezTo>
                  <a:cubicBezTo>
                    <a:pt x="464" y="36"/>
                    <a:pt x="463" y="36"/>
                    <a:pt x="461" y="36"/>
                  </a:cubicBezTo>
                  <a:cubicBezTo>
                    <a:pt x="460" y="36"/>
                    <a:pt x="458" y="36"/>
                    <a:pt x="457" y="36"/>
                  </a:cubicBezTo>
                  <a:cubicBezTo>
                    <a:pt x="456" y="35"/>
                    <a:pt x="455" y="34"/>
                    <a:pt x="454" y="33"/>
                  </a:cubicBezTo>
                  <a:cubicBezTo>
                    <a:pt x="454" y="32"/>
                    <a:pt x="453" y="31"/>
                    <a:pt x="453" y="29"/>
                  </a:cubicBezTo>
                  <a:lnTo>
                    <a:pt x="473" y="29"/>
                  </a:lnTo>
                  <a:close/>
                  <a:moveTo>
                    <a:pt x="454" y="24"/>
                  </a:moveTo>
                  <a:cubicBezTo>
                    <a:pt x="455" y="23"/>
                    <a:pt x="455" y="22"/>
                    <a:pt x="456" y="21"/>
                  </a:cubicBezTo>
                  <a:cubicBezTo>
                    <a:pt x="457" y="20"/>
                    <a:pt x="458" y="19"/>
                    <a:pt x="459" y="18"/>
                  </a:cubicBezTo>
                  <a:cubicBezTo>
                    <a:pt x="460" y="18"/>
                    <a:pt x="461" y="17"/>
                    <a:pt x="462" y="17"/>
                  </a:cubicBezTo>
                  <a:cubicBezTo>
                    <a:pt x="464" y="17"/>
                    <a:pt x="465" y="18"/>
                    <a:pt x="466" y="19"/>
                  </a:cubicBezTo>
                  <a:cubicBezTo>
                    <a:pt x="467" y="19"/>
                    <a:pt x="467" y="21"/>
                    <a:pt x="467" y="22"/>
                  </a:cubicBezTo>
                  <a:cubicBezTo>
                    <a:pt x="467" y="22"/>
                    <a:pt x="467" y="23"/>
                    <a:pt x="467" y="23"/>
                  </a:cubicBezTo>
                  <a:cubicBezTo>
                    <a:pt x="467" y="23"/>
                    <a:pt x="467" y="24"/>
                    <a:pt x="467" y="24"/>
                  </a:cubicBezTo>
                  <a:lnTo>
                    <a:pt x="454" y="24"/>
                  </a:lnTo>
                  <a:close/>
                  <a:moveTo>
                    <a:pt x="476" y="41"/>
                  </a:moveTo>
                  <a:cubicBezTo>
                    <a:pt x="484" y="41"/>
                    <a:pt x="484" y="41"/>
                    <a:pt x="484" y="41"/>
                  </a:cubicBezTo>
                  <a:cubicBezTo>
                    <a:pt x="486" y="28"/>
                    <a:pt x="486" y="28"/>
                    <a:pt x="486" y="28"/>
                  </a:cubicBezTo>
                  <a:cubicBezTo>
                    <a:pt x="487" y="27"/>
                    <a:pt x="487" y="26"/>
                    <a:pt x="487" y="25"/>
                  </a:cubicBezTo>
                  <a:cubicBezTo>
                    <a:pt x="488" y="24"/>
                    <a:pt x="488" y="23"/>
                    <a:pt x="489" y="22"/>
                  </a:cubicBezTo>
                  <a:cubicBezTo>
                    <a:pt x="490" y="21"/>
                    <a:pt x="491" y="20"/>
                    <a:pt x="492" y="20"/>
                  </a:cubicBezTo>
                  <a:cubicBezTo>
                    <a:pt x="492" y="19"/>
                    <a:pt x="494" y="19"/>
                    <a:pt x="495" y="19"/>
                  </a:cubicBezTo>
                  <a:cubicBezTo>
                    <a:pt x="495" y="19"/>
                    <a:pt x="496" y="19"/>
                    <a:pt x="496" y="19"/>
                  </a:cubicBezTo>
                  <a:cubicBezTo>
                    <a:pt x="497" y="19"/>
                    <a:pt x="497" y="19"/>
                    <a:pt x="498" y="19"/>
                  </a:cubicBezTo>
                  <a:cubicBezTo>
                    <a:pt x="499" y="12"/>
                    <a:pt x="499" y="12"/>
                    <a:pt x="499" y="12"/>
                  </a:cubicBezTo>
                  <a:cubicBezTo>
                    <a:pt x="499" y="12"/>
                    <a:pt x="498" y="12"/>
                    <a:pt x="498" y="12"/>
                  </a:cubicBezTo>
                  <a:cubicBezTo>
                    <a:pt x="497" y="12"/>
                    <a:pt x="497" y="12"/>
                    <a:pt x="496" y="12"/>
                  </a:cubicBezTo>
                  <a:cubicBezTo>
                    <a:pt x="496" y="12"/>
                    <a:pt x="495" y="12"/>
                    <a:pt x="494" y="13"/>
                  </a:cubicBezTo>
                  <a:cubicBezTo>
                    <a:pt x="493" y="13"/>
                    <a:pt x="492" y="13"/>
                    <a:pt x="492" y="14"/>
                  </a:cubicBezTo>
                  <a:cubicBezTo>
                    <a:pt x="491" y="14"/>
                    <a:pt x="490" y="15"/>
                    <a:pt x="490" y="16"/>
                  </a:cubicBezTo>
                  <a:cubicBezTo>
                    <a:pt x="489" y="16"/>
                    <a:pt x="488" y="17"/>
                    <a:pt x="488" y="18"/>
                  </a:cubicBezTo>
                  <a:cubicBezTo>
                    <a:pt x="488" y="18"/>
                    <a:pt x="488" y="18"/>
                    <a:pt x="488" y="18"/>
                  </a:cubicBezTo>
                  <a:cubicBezTo>
                    <a:pt x="489" y="13"/>
                    <a:pt x="489" y="13"/>
                    <a:pt x="489" y="13"/>
                  </a:cubicBezTo>
                  <a:cubicBezTo>
                    <a:pt x="482" y="13"/>
                    <a:pt x="482" y="13"/>
                    <a:pt x="482" y="13"/>
                  </a:cubicBezTo>
                  <a:cubicBezTo>
                    <a:pt x="482" y="14"/>
                    <a:pt x="482" y="15"/>
                    <a:pt x="481" y="16"/>
                  </a:cubicBezTo>
                  <a:lnTo>
                    <a:pt x="476" y="41"/>
                  </a:lnTo>
                  <a:close/>
                  <a:moveTo>
                    <a:pt x="505" y="41"/>
                  </a:moveTo>
                  <a:cubicBezTo>
                    <a:pt x="513" y="41"/>
                    <a:pt x="513" y="41"/>
                    <a:pt x="513" y="41"/>
                  </a:cubicBezTo>
                  <a:cubicBezTo>
                    <a:pt x="529" y="13"/>
                    <a:pt x="529" y="13"/>
                    <a:pt x="529" y="13"/>
                  </a:cubicBezTo>
                  <a:cubicBezTo>
                    <a:pt x="522" y="13"/>
                    <a:pt x="522" y="13"/>
                    <a:pt x="522" y="13"/>
                  </a:cubicBezTo>
                  <a:cubicBezTo>
                    <a:pt x="511" y="33"/>
                    <a:pt x="511" y="33"/>
                    <a:pt x="511" y="33"/>
                  </a:cubicBezTo>
                  <a:cubicBezTo>
                    <a:pt x="510" y="33"/>
                    <a:pt x="510" y="33"/>
                    <a:pt x="510" y="33"/>
                  </a:cubicBezTo>
                  <a:cubicBezTo>
                    <a:pt x="508" y="13"/>
                    <a:pt x="508" y="13"/>
                    <a:pt x="508" y="13"/>
                  </a:cubicBezTo>
                  <a:cubicBezTo>
                    <a:pt x="500" y="13"/>
                    <a:pt x="500" y="13"/>
                    <a:pt x="500" y="13"/>
                  </a:cubicBezTo>
                  <a:lnTo>
                    <a:pt x="505" y="41"/>
                  </a:lnTo>
                  <a:close/>
                  <a:moveTo>
                    <a:pt x="528" y="41"/>
                  </a:moveTo>
                  <a:cubicBezTo>
                    <a:pt x="535" y="41"/>
                    <a:pt x="535" y="41"/>
                    <a:pt x="535" y="41"/>
                  </a:cubicBezTo>
                  <a:cubicBezTo>
                    <a:pt x="541" y="13"/>
                    <a:pt x="541" y="13"/>
                    <a:pt x="541" y="13"/>
                  </a:cubicBezTo>
                  <a:cubicBezTo>
                    <a:pt x="534" y="13"/>
                    <a:pt x="534" y="13"/>
                    <a:pt x="534" y="13"/>
                  </a:cubicBezTo>
                  <a:lnTo>
                    <a:pt x="528" y="41"/>
                  </a:lnTo>
                  <a:close/>
                  <a:moveTo>
                    <a:pt x="535" y="8"/>
                  </a:moveTo>
                  <a:cubicBezTo>
                    <a:pt x="543" y="8"/>
                    <a:pt x="543" y="8"/>
                    <a:pt x="543" y="8"/>
                  </a:cubicBezTo>
                  <a:cubicBezTo>
                    <a:pt x="544" y="1"/>
                    <a:pt x="544" y="1"/>
                    <a:pt x="544" y="1"/>
                  </a:cubicBezTo>
                  <a:cubicBezTo>
                    <a:pt x="537" y="1"/>
                    <a:pt x="537" y="1"/>
                    <a:pt x="537" y="1"/>
                  </a:cubicBezTo>
                  <a:lnTo>
                    <a:pt x="535" y="8"/>
                  </a:lnTo>
                  <a:close/>
                  <a:moveTo>
                    <a:pt x="568" y="13"/>
                  </a:moveTo>
                  <a:cubicBezTo>
                    <a:pt x="567" y="13"/>
                    <a:pt x="566" y="13"/>
                    <a:pt x="565" y="12"/>
                  </a:cubicBezTo>
                  <a:cubicBezTo>
                    <a:pt x="564" y="12"/>
                    <a:pt x="562" y="12"/>
                    <a:pt x="561" y="12"/>
                  </a:cubicBezTo>
                  <a:cubicBezTo>
                    <a:pt x="559" y="12"/>
                    <a:pt x="556" y="12"/>
                    <a:pt x="554" y="13"/>
                  </a:cubicBezTo>
                  <a:cubicBezTo>
                    <a:pt x="552" y="14"/>
                    <a:pt x="550" y="15"/>
                    <a:pt x="549" y="17"/>
                  </a:cubicBezTo>
                  <a:cubicBezTo>
                    <a:pt x="547" y="19"/>
                    <a:pt x="546" y="20"/>
                    <a:pt x="546" y="23"/>
                  </a:cubicBezTo>
                  <a:cubicBezTo>
                    <a:pt x="545" y="25"/>
                    <a:pt x="544" y="27"/>
                    <a:pt x="544" y="29"/>
                  </a:cubicBezTo>
                  <a:cubicBezTo>
                    <a:pt x="544" y="32"/>
                    <a:pt x="545" y="34"/>
                    <a:pt x="546" y="36"/>
                  </a:cubicBezTo>
                  <a:cubicBezTo>
                    <a:pt x="547" y="38"/>
                    <a:pt x="548" y="39"/>
                    <a:pt x="550" y="40"/>
                  </a:cubicBezTo>
                  <a:cubicBezTo>
                    <a:pt x="552" y="41"/>
                    <a:pt x="554" y="42"/>
                    <a:pt x="556" y="42"/>
                  </a:cubicBezTo>
                  <a:cubicBezTo>
                    <a:pt x="558" y="42"/>
                    <a:pt x="559" y="41"/>
                    <a:pt x="560" y="41"/>
                  </a:cubicBezTo>
                  <a:cubicBezTo>
                    <a:pt x="561" y="41"/>
                    <a:pt x="562" y="41"/>
                    <a:pt x="563" y="40"/>
                  </a:cubicBezTo>
                  <a:cubicBezTo>
                    <a:pt x="564" y="34"/>
                    <a:pt x="564" y="34"/>
                    <a:pt x="564" y="34"/>
                  </a:cubicBezTo>
                  <a:cubicBezTo>
                    <a:pt x="564" y="35"/>
                    <a:pt x="563" y="35"/>
                    <a:pt x="562" y="35"/>
                  </a:cubicBezTo>
                  <a:cubicBezTo>
                    <a:pt x="562" y="35"/>
                    <a:pt x="561" y="36"/>
                    <a:pt x="560" y="36"/>
                  </a:cubicBezTo>
                  <a:cubicBezTo>
                    <a:pt x="560" y="36"/>
                    <a:pt x="559" y="36"/>
                    <a:pt x="558" y="36"/>
                  </a:cubicBezTo>
                  <a:cubicBezTo>
                    <a:pt x="557" y="36"/>
                    <a:pt x="556" y="36"/>
                    <a:pt x="555" y="35"/>
                  </a:cubicBezTo>
                  <a:cubicBezTo>
                    <a:pt x="554" y="35"/>
                    <a:pt x="554" y="34"/>
                    <a:pt x="553" y="34"/>
                  </a:cubicBezTo>
                  <a:cubicBezTo>
                    <a:pt x="553" y="33"/>
                    <a:pt x="553" y="32"/>
                    <a:pt x="552" y="31"/>
                  </a:cubicBezTo>
                  <a:cubicBezTo>
                    <a:pt x="552" y="30"/>
                    <a:pt x="552" y="29"/>
                    <a:pt x="552" y="29"/>
                  </a:cubicBezTo>
                  <a:cubicBezTo>
                    <a:pt x="552" y="27"/>
                    <a:pt x="552" y="26"/>
                    <a:pt x="553" y="25"/>
                  </a:cubicBezTo>
                  <a:cubicBezTo>
                    <a:pt x="553" y="23"/>
                    <a:pt x="554" y="22"/>
                    <a:pt x="554" y="21"/>
                  </a:cubicBezTo>
                  <a:cubicBezTo>
                    <a:pt x="555" y="20"/>
                    <a:pt x="556" y="19"/>
                    <a:pt x="557" y="19"/>
                  </a:cubicBezTo>
                  <a:cubicBezTo>
                    <a:pt x="558" y="18"/>
                    <a:pt x="560" y="18"/>
                    <a:pt x="561" y="18"/>
                  </a:cubicBezTo>
                  <a:cubicBezTo>
                    <a:pt x="562" y="18"/>
                    <a:pt x="563" y="18"/>
                    <a:pt x="564" y="18"/>
                  </a:cubicBezTo>
                  <a:cubicBezTo>
                    <a:pt x="565" y="18"/>
                    <a:pt x="566" y="19"/>
                    <a:pt x="567" y="19"/>
                  </a:cubicBezTo>
                  <a:lnTo>
                    <a:pt x="568" y="13"/>
                  </a:lnTo>
                  <a:close/>
                  <a:moveTo>
                    <a:pt x="595" y="29"/>
                  </a:moveTo>
                  <a:cubicBezTo>
                    <a:pt x="595" y="28"/>
                    <a:pt x="596" y="27"/>
                    <a:pt x="596" y="26"/>
                  </a:cubicBezTo>
                  <a:cubicBezTo>
                    <a:pt x="596" y="25"/>
                    <a:pt x="596" y="24"/>
                    <a:pt x="596" y="23"/>
                  </a:cubicBezTo>
                  <a:cubicBezTo>
                    <a:pt x="596" y="20"/>
                    <a:pt x="595" y="18"/>
                    <a:pt x="594" y="17"/>
                  </a:cubicBezTo>
                  <a:cubicBezTo>
                    <a:pt x="593" y="15"/>
                    <a:pt x="592" y="14"/>
                    <a:pt x="590" y="13"/>
                  </a:cubicBezTo>
                  <a:cubicBezTo>
                    <a:pt x="589" y="12"/>
                    <a:pt x="587" y="12"/>
                    <a:pt x="584" y="12"/>
                  </a:cubicBezTo>
                  <a:cubicBezTo>
                    <a:pt x="582" y="12"/>
                    <a:pt x="581" y="12"/>
                    <a:pt x="579" y="13"/>
                  </a:cubicBezTo>
                  <a:cubicBezTo>
                    <a:pt x="577" y="14"/>
                    <a:pt x="576" y="14"/>
                    <a:pt x="575" y="16"/>
                  </a:cubicBezTo>
                  <a:cubicBezTo>
                    <a:pt x="573" y="17"/>
                    <a:pt x="572" y="18"/>
                    <a:pt x="571" y="19"/>
                  </a:cubicBezTo>
                  <a:cubicBezTo>
                    <a:pt x="570" y="21"/>
                    <a:pt x="570" y="22"/>
                    <a:pt x="569" y="24"/>
                  </a:cubicBezTo>
                  <a:cubicBezTo>
                    <a:pt x="569" y="26"/>
                    <a:pt x="568" y="27"/>
                    <a:pt x="568" y="29"/>
                  </a:cubicBezTo>
                  <a:cubicBezTo>
                    <a:pt x="568" y="31"/>
                    <a:pt x="569" y="33"/>
                    <a:pt x="569" y="35"/>
                  </a:cubicBezTo>
                  <a:cubicBezTo>
                    <a:pt x="570" y="36"/>
                    <a:pt x="571" y="38"/>
                    <a:pt x="572" y="39"/>
                  </a:cubicBezTo>
                  <a:cubicBezTo>
                    <a:pt x="573" y="40"/>
                    <a:pt x="575" y="40"/>
                    <a:pt x="576" y="41"/>
                  </a:cubicBezTo>
                  <a:cubicBezTo>
                    <a:pt x="578" y="41"/>
                    <a:pt x="580" y="42"/>
                    <a:pt x="582" y="42"/>
                  </a:cubicBezTo>
                  <a:cubicBezTo>
                    <a:pt x="583" y="42"/>
                    <a:pt x="585" y="41"/>
                    <a:pt x="586" y="41"/>
                  </a:cubicBezTo>
                  <a:cubicBezTo>
                    <a:pt x="588" y="41"/>
                    <a:pt x="589" y="40"/>
                    <a:pt x="591" y="40"/>
                  </a:cubicBezTo>
                  <a:cubicBezTo>
                    <a:pt x="592" y="34"/>
                    <a:pt x="592" y="34"/>
                    <a:pt x="592" y="34"/>
                  </a:cubicBezTo>
                  <a:cubicBezTo>
                    <a:pt x="590" y="35"/>
                    <a:pt x="589" y="35"/>
                    <a:pt x="588" y="36"/>
                  </a:cubicBezTo>
                  <a:cubicBezTo>
                    <a:pt x="586" y="36"/>
                    <a:pt x="585" y="36"/>
                    <a:pt x="583" y="36"/>
                  </a:cubicBezTo>
                  <a:cubicBezTo>
                    <a:pt x="581" y="36"/>
                    <a:pt x="580" y="36"/>
                    <a:pt x="579" y="36"/>
                  </a:cubicBezTo>
                  <a:cubicBezTo>
                    <a:pt x="578" y="35"/>
                    <a:pt x="577" y="34"/>
                    <a:pt x="576" y="33"/>
                  </a:cubicBezTo>
                  <a:cubicBezTo>
                    <a:pt x="576" y="32"/>
                    <a:pt x="575" y="31"/>
                    <a:pt x="575" y="29"/>
                  </a:cubicBezTo>
                  <a:lnTo>
                    <a:pt x="595" y="29"/>
                  </a:lnTo>
                  <a:close/>
                  <a:moveTo>
                    <a:pt x="576" y="24"/>
                  </a:moveTo>
                  <a:cubicBezTo>
                    <a:pt x="577" y="23"/>
                    <a:pt x="577" y="22"/>
                    <a:pt x="578" y="21"/>
                  </a:cubicBezTo>
                  <a:cubicBezTo>
                    <a:pt x="579" y="20"/>
                    <a:pt x="579" y="19"/>
                    <a:pt x="580" y="18"/>
                  </a:cubicBezTo>
                  <a:cubicBezTo>
                    <a:pt x="581" y="18"/>
                    <a:pt x="583" y="17"/>
                    <a:pt x="584" y="17"/>
                  </a:cubicBezTo>
                  <a:cubicBezTo>
                    <a:pt x="586" y="17"/>
                    <a:pt x="587" y="18"/>
                    <a:pt x="588" y="19"/>
                  </a:cubicBezTo>
                  <a:cubicBezTo>
                    <a:pt x="588" y="19"/>
                    <a:pt x="589" y="21"/>
                    <a:pt x="589" y="22"/>
                  </a:cubicBezTo>
                  <a:cubicBezTo>
                    <a:pt x="589" y="22"/>
                    <a:pt x="589" y="23"/>
                    <a:pt x="589" y="23"/>
                  </a:cubicBezTo>
                  <a:cubicBezTo>
                    <a:pt x="589" y="23"/>
                    <a:pt x="589" y="24"/>
                    <a:pt x="589" y="24"/>
                  </a:cubicBezTo>
                  <a:lnTo>
                    <a:pt x="576" y="24"/>
                  </a:lnTo>
                  <a:close/>
                  <a:moveTo>
                    <a:pt x="621" y="13"/>
                  </a:moveTo>
                  <a:cubicBezTo>
                    <a:pt x="620" y="13"/>
                    <a:pt x="619" y="13"/>
                    <a:pt x="617" y="12"/>
                  </a:cubicBezTo>
                  <a:cubicBezTo>
                    <a:pt x="616" y="12"/>
                    <a:pt x="615" y="12"/>
                    <a:pt x="613" y="12"/>
                  </a:cubicBezTo>
                  <a:cubicBezTo>
                    <a:pt x="612" y="12"/>
                    <a:pt x="611" y="12"/>
                    <a:pt x="610" y="12"/>
                  </a:cubicBezTo>
                  <a:cubicBezTo>
                    <a:pt x="609" y="13"/>
                    <a:pt x="607" y="13"/>
                    <a:pt x="606" y="13"/>
                  </a:cubicBezTo>
                  <a:cubicBezTo>
                    <a:pt x="605" y="14"/>
                    <a:pt x="604" y="14"/>
                    <a:pt x="604" y="15"/>
                  </a:cubicBezTo>
                  <a:cubicBezTo>
                    <a:pt x="603" y="16"/>
                    <a:pt x="602" y="17"/>
                    <a:pt x="602" y="18"/>
                  </a:cubicBezTo>
                  <a:cubicBezTo>
                    <a:pt x="601" y="19"/>
                    <a:pt x="601" y="20"/>
                    <a:pt x="601" y="21"/>
                  </a:cubicBezTo>
                  <a:cubicBezTo>
                    <a:pt x="601" y="22"/>
                    <a:pt x="601" y="23"/>
                    <a:pt x="602" y="24"/>
                  </a:cubicBezTo>
                  <a:cubicBezTo>
                    <a:pt x="602" y="25"/>
                    <a:pt x="603" y="26"/>
                    <a:pt x="603" y="26"/>
                  </a:cubicBezTo>
                  <a:cubicBezTo>
                    <a:pt x="604" y="27"/>
                    <a:pt x="605" y="27"/>
                    <a:pt x="606" y="28"/>
                  </a:cubicBezTo>
                  <a:cubicBezTo>
                    <a:pt x="607" y="29"/>
                    <a:pt x="607" y="29"/>
                    <a:pt x="608" y="29"/>
                  </a:cubicBezTo>
                  <a:cubicBezTo>
                    <a:pt x="609" y="30"/>
                    <a:pt x="609" y="31"/>
                    <a:pt x="610" y="31"/>
                  </a:cubicBezTo>
                  <a:cubicBezTo>
                    <a:pt x="610" y="32"/>
                    <a:pt x="610" y="32"/>
                    <a:pt x="610" y="33"/>
                  </a:cubicBezTo>
                  <a:cubicBezTo>
                    <a:pt x="610" y="34"/>
                    <a:pt x="610" y="34"/>
                    <a:pt x="610" y="35"/>
                  </a:cubicBezTo>
                  <a:cubicBezTo>
                    <a:pt x="610" y="35"/>
                    <a:pt x="609" y="35"/>
                    <a:pt x="609" y="36"/>
                  </a:cubicBezTo>
                  <a:cubicBezTo>
                    <a:pt x="608" y="36"/>
                    <a:pt x="608" y="36"/>
                    <a:pt x="607" y="36"/>
                  </a:cubicBezTo>
                  <a:cubicBezTo>
                    <a:pt x="607" y="36"/>
                    <a:pt x="606" y="36"/>
                    <a:pt x="605" y="36"/>
                  </a:cubicBezTo>
                  <a:cubicBezTo>
                    <a:pt x="605" y="36"/>
                    <a:pt x="604" y="36"/>
                    <a:pt x="603" y="36"/>
                  </a:cubicBezTo>
                  <a:cubicBezTo>
                    <a:pt x="602" y="36"/>
                    <a:pt x="601" y="35"/>
                    <a:pt x="601" y="35"/>
                  </a:cubicBezTo>
                  <a:cubicBezTo>
                    <a:pt x="600" y="35"/>
                    <a:pt x="599" y="34"/>
                    <a:pt x="598" y="34"/>
                  </a:cubicBezTo>
                  <a:cubicBezTo>
                    <a:pt x="597" y="40"/>
                    <a:pt x="597" y="40"/>
                    <a:pt x="597" y="40"/>
                  </a:cubicBezTo>
                  <a:cubicBezTo>
                    <a:pt x="598" y="40"/>
                    <a:pt x="600" y="41"/>
                    <a:pt x="601" y="41"/>
                  </a:cubicBezTo>
                  <a:cubicBezTo>
                    <a:pt x="603" y="41"/>
                    <a:pt x="604" y="42"/>
                    <a:pt x="605" y="42"/>
                  </a:cubicBezTo>
                  <a:cubicBezTo>
                    <a:pt x="607" y="42"/>
                    <a:pt x="608" y="41"/>
                    <a:pt x="609" y="41"/>
                  </a:cubicBezTo>
                  <a:cubicBezTo>
                    <a:pt x="610" y="41"/>
                    <a:pt x="612" y="41"/>
                    <a:pt x="613" y="40"/>
                  </a:cubicBezTo>
                  <a:cubicBezTo>
                    <a:pt x="614" y="40"/>
                    <a:pt x="615" y="39"/>
                    <a:pt x="616" y="39"/>
                  </a:cubicBezTo>
                  <a:cubicBezTo>
                    <a:pt x="616" y="38"/>
                    <a:pt x="617" y="37"/>
                    <a:pt x="617" y="36"/>
                  </a:cubicBezTo>
                  <a:cubicBezTo>
                    <a:pt x="618" y="35"/>
                    <a:pt x="618" y="33"/>
                    <a:pt x="618" y="32"/>
                  </a:cubicBezTo>
                  <a:cubicBezTo>
                    <a:pt x="618" y="31"/>
                    <a:pt x="618" y="30"/>
                    <a:pt x="617" y="29"/>
                  </a:cubicBezTo>
                  <a:cubicBezTo>
                    <a:pt x="617" y="28"/>
                    <a:pt x="616" y="27"/>
                    <a:pt x="616" y="27"/>
                  </a:cubicBezTo>
                  <a:cubicBezTo>
                    <a:pt x="615" y="26"/>
                    <a:pt x="614" y="25"/>
                    <a:pt x="613" y="25"/>
                  </a:cubicBezTo>
                  <a:cubicBezTo>
                    <a:pt x="613" y="24"/>
                    <a:pt x="612" y="24"/>
                    <a:pt x="611" y="23"/>
                  </a:cubicBezTo>
                  <a:cubicBezTo>
                    <a:pt x="610" y="23"/>
                    <a:pt x="610" y="22"/>
                    <a:pt x="609" y="22"/>
                  </a:cubicBezTo>
                  <a:cubicBezTo>
                    <a:pt x="609" y="21"/>
                    <a:pt x="609" y="21"/>
                    <a:pt x="609" y="20"/>
                  </a:cubicBezTo>
                  <a:cubicBezTo>
                    <a:pt x="609" y="20"/>
                    <a:pt x="609" y="19"/>
                    <a:pt x="609" y="19"/>
                  </a:cubicBezTo>
                  <a:cubicBezTo>
                    <a:pt x="609" y="18"/>
                    <a:pt x="610" y="18"/>
                    <a:pt x="610" y="18"/>
                  </a:cubicBezTo>
                  <a:cubicBezTo>
                    <a:pt x="611" y="18"/>
                    <a:pt x="611" y="18"/>
                    <a:pt x="612" y="18"/>
                  </a:cubicBezTo>
                  <a:cubicBezTo>
                    <a:pt x="612" y="17"/>
                    <a:pt x="613" y="17"/>
                    <a:pt x="614" y="17"/>
                  </a:cubicBezTo>
                  <a:cubicBezTo>
                    <a:pt x="615" y="17"/>
                    <a:pt x="616" y="18"/>
                    <a:pt x="617" y="18"/>
                  </a:cubicBezTo>
                  <a:cubicBezTo>
                    <a:pt x="618" y="18"/>
                    <a:pt x="619" y="18"/>
                    <a:pt x="620" y="19"/>
                  </a:cubicBezTo>
                  <a:lnTo>
                    <a:pt x="621" y="1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400"/>
            </a:p>
          </p:txBody>
        </p:sp>
      </p:grpSp>
      <p:sp>
        <p:nvSpPr>
          <p:cNvPr id="23" name="Text Placeholder 1030"/>
          <p:cNvSpPr>
            <a:spLocks noGrp="1"/>
          </p:cNvSpPr>
          <p:nvPr userDrawn="1">
            <p:ph type="body" sz="quarter" idx="10" hasCustomPrompt="1"/>
          </p:nvPr>
        </p:nvSpPr>
        <p:spPr bwMode="gray">
          <a:xfrm>
            <a:off x="399133" y="4646313"/>
            <a:ext cx="4858623" cy="46357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/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  <a:endParaRPr lang="en-IN" dirty="0"/>
          </a:p>
        </p:txBody>
      </p:sp>
      <p:sp>
        <p:nvSpPr>
          <p:cNvPr id="24" name="Text Placeholder 1030"/>
          <p:cNvSpPr>
            <a:spLocks noGrp="1"/>
          </p:cNvSpPr>
          <p:nvPr userDrawn="1">
            <p:ph type="body" sz="quarter" idx="11" hasCustomPrompt="1"/>
          </p:nvPr>
        </p:nvSpPr>
        <p:spPr bwMode="gray">
          <a:xfrm>
            <a:off x="399133" y="5252919"/>
            <a:ext cx="4858623" cy="46357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Designation </a:t>
            </a:r>
            <a:endParaRPr lang="en-IN" dirty="0"/>
          </a:p>
        </p:txBody>
      </p:sp>
      <p:sp>
        <p:nvSpPr>
          <p:cNvPr id="26" name="Parallelogram 25"/>
          <p:cNvSpPr/>
          <p:nvPr userDrawn="1"/>
        </p:nvSpPr>
        <p:spPr bwMode="gray">
          <a:xfrm>
            <a:off x="5756786" y="3518"/>
            <a:ext cx="6435213" cy="6553269"/>
          </a:xfrm>
          <a:custGeom>
            <a:avLst/>
            <a:gdLst/>
            <a:ahLst/>
            <a:cxnLst/>
            <a:rect l="l" t="t" r="r" b="b"/>
            <a:pathLst>
              <a:path w="5048250" h="5140862">
                <a:moveTo>
                  <a:pt x="3013830" y="0"/>
                </a:moveTo>
                <a:lnTo>
                  <a:pt x="5048250" y="0"/>
                </a:lnTo>
                <a:lnTo>
                  <a:pt x="5048250" y="5140862"/>
                </a:lnTo>
                <a:lnTo>
                  <a:pt x="0" y="5140862"/>
                </a:lnTo>
                <a:close/>
              </a:path>
            </a:pathLst>
          </a:custGeom>
          <a:solidFill>
            <a:srgbClr val="0077BD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IN" sz="2400">
              <a:solidFill>
                <a:schemeClr val="tx1"/>
              </a:solidFill>
            </a:endParaRPr>
          </a:p>
        </p:txBody>
      </p:sp>
      <p:sp>
        <p:nvSpPr>
          <p:cNvPr id="28" name="Picture Placeholder 3"/>
          <p:cNvSpPr>
            <a:spLocks noGrp="1"/>
          </p:cNvSpPr>
          <p:nvPr userDrawn="1">
            <p:ph type="pic" sz="quarter" idx="14" hasCustomPrompt="1"/>
          </p:nvPr>
        </p:nvSpPr>
        <p:spPr bwMode="gray">
          <a:xfrm>
            <a:off x="5839351" y="-1"/>
            <a:ext cx="6352651" cy="6556788"/>
          </a:xfrm>
          <a:custGeom>
            <a:avLst/>
            <a:gdLst/>
            <a:ahLst/>
            <a:cxnLst/>
            <a:rect l="l" t="t" r="r" b="b"/>
            <a:pathLst>
              <a:path w="5052943" h="5125139">
                <a:moveTo>
                  <a:pt x="3057525" y="0"/>
                </a:moveTo>
                <a:lnTo>
                  <a:pt x="5048250" y="0"/>
                </a:lnTo>
                <a:lnTo>
                  <a:pt x="5048250" y="1"/>
                </a:lnTo>
                <a:lnTo>
                  <a:pt x="5048250" y="3152775"/>
                </a:lnTo>
                <a:lnTo>
                  <a:pt x="5052943" y="3152775"/>
                </a:lnTo>
                <a:lnTo>
                  <a:pt x="5052943" y="5125138"/>
                </a:lnTo>
                <a:lnTo>
                  <a:pt x="5048250" y="5125138"/>
                </a:lnTo>
                <a:lnTo>
                  <a:pt x="3057525" y="5125138"/>
                </a:lnTo>
                <a:lnTo>
                  <a:pt x="2052619" y="5125138"/>
                </a:lnTo>
                <a:lnTo>
                  <a:pt x="2052618" y="5125139"/>
                </a:lnTo>
                <a:lnTo>
                  <a:pt x="0" y="5125139"/>
                </a:lnTo>
                <a:lnTo>
                  <a:pt x="2995632" y="1"/>
                </a:lnTo>
                <a:lnTo>
                  <a:pt x="3057525" y="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lIns="0" tIns="0" rIns="648000" bIns="0" anchor="ctr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lang="en-IN" sz="1600" i="1" dirty="0"/>
            </a:lvl1pPr>
          </a:lstStyle>
          <a:p>
            <a:r>
              <a:rPr lang="en-IN" dirty="0"/>
              <a:t>Click icon to add image</a:t>
            </a:r>
          </a:p>
        </p:txBody>
      </p:sp>
      <p:sp>
        <p:nvSpPr>
          <p:cNvPr id="123" name="TextBox 122"/>
          <p:cNvSpPr txBox="1"/>
          <p:nvPr userDrawn="1"/>
        </p:nvSpPr>
        <p:spPr bwMode="gray">
          <a:xfrm>
            <a:off x="3974166" y="6581380"/>
            <a:ext cx="4273668" cy="276997"/>
          </a:xfrm>
          <a:prstGeom prst="rect">
            <a:avLst/>
          </a:prstGeom>
          <a:noFill/>
        </p:spPr>
        <p:txBody>
          <a:bodyPr wrap="none" lIns="91439" tIns="45719" rIns="91439" bIns="45719" rtlCol="0">
            <a:spAutoFit/>
          </a:bodyPr>
          <a:lstStyle/>
          <a:p>
            <a:pPr algn="ctr" defTabSz="1219108">
              <a:defRPr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Restricted Circulation | L&amp;T Technology Services | www.LTTS.com</a:t>
            </a:r>
          </a:p>
        </p:txBody>
      </p:sp>
    </p:spTree>
    <p:extLst>
      <p:ext uri="{BB962C8B-B14F-4D97-AF65-F5344CB8AC3E}">
        <p14:creationId xmlns:p14="http://schemas.microsoft.com/office/powerpoint/2010/main" val="15887622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with Imag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836713"/>
            <a:ext cx="12192000" cy="5744667"/>
          </a:xfrm>
          <a:solidFill>
            <a:schemeClr val="bg1">
              <a:lumMod val="8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IN" sz="1867" i="1" dirty="0"/>
            </a:lvl1pPr>
          </a:lstStyle>
          <a:p>
            <a:r>
              <a:rPr lang="en-IN" dirty="0"/>
              <a:t>Click icon to add image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1"/>
            <a:ext cx="11379200" cy="67382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aseline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Agenda with Image Background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333331" y="633676"/>
            <a:ext cx="11525339" cy="144093"/>
            <a:chOff x="249998" y="488319"/>
            <a:chExt cx="8644004" cy="108070"/>
          </a:xfrm>
        </p:grpSpPr>
        <p:sp>
          <p:nvSpPr>
            <p:cNvPr id="18" name="Parallelogram 2"/>
            <p:cNvSpPr/>
            <p:nvPr/>
          </p:nvSpPr>
          <p:spPr>
            <a:xfrm>
              <a:off x="249998" y="488320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19" name="Parallelogram 2"/>
            <p:cNvSpPr/>
            <p:nvPr/>
          </p:nvSpPr>
          <p:spPr>
            <a:xfrm rot="10800000" flipH="1" flipV="1">
              <a:off x="308781" y="488319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</p:grpSp>
      <p:sp>
        <p:nvSpPr>
          <p:cNvPr id="21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911424" y="1220755"/>
            <a:ext cx="4704523" cy="384043"/>
          </a:xfrm>
          <a:prstGeom prst="parallelogram">
            <a:avLst/>
          </a:prstGeom>
          <a:solidFill>
            <a:srgbClr val="1F1A17">
              <a:alpha val="69804"/>
            </a:srgbClr>
          </a:solidFill>
        </p:spPr>
        <p:txBody>
          <a:bodyPr lIns="36000" tIns="72000" rIns="36000" bIns="36000" anchor="ctr">
            <a:noAutofit/>
          </a:bodyPr>
          <a:lstStyle>
            <a:lvl1pPr marL="0" indent="0">
              <a:buNone/>
              <a:defRPr sz="213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Agenda</a:t>
            </a:r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911424" y="1879113"/>
            <a:ext cx="4704523" cy="384043"/>
          </a:xfrm>
          <a:prstGeom prst="parallelogram">
            <a:avLst/>
          </a:prstGeom>
          <a:solidFill>
            <a:srgbClr val="1F1A17">
              <a:alpha val="69804"/>
            </a:srgbClr>
          </a:solidFill>
        </p:spPr>
        <p:txBody>
          <a:bodyPr lIns="36000" tIns="72000" rIns="36000" bIns="36000" anchor="ctr">
            <a:noAutofit/>
          </a:bodyPr>
          <a:lstStyle>
            <a:lvl1pPr marL="0" indent="0">
              <a:buNone/>
              <a:defRPr sz="213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Agenda</a:t>
            </a:r>
          </a:p>
        </p:txBody>
      </p:sp>
      <p:sp>
        <p:nvSpPr>
          <p:cNvPr id="23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911424" y="2537472"/>
            <a:ext cx="4704523" cy="384043"/>
          </a:xfrm>
          <a:prstGeom prst="parallelogram">
            <a:avLst/>
          </a:prstGeom>
          <a:solidFill>
            <a:srgbClr val="1F1A17">
              <a:alpha val="69804"/>
            </a:srgbClr>
          </a:solidFill>
        </p:spPr>
        <p:txBody>
          <a:bodyPr lIns="36000" tIns="72000" rIns="36000" bIns="36000" anchor="ctr">
            <a:noAutofit/>
          </a:bodyPr>
          <a:lstStyle>
            <a:lvl1pPr marL="0" indent="0">
              <a:buNone/>
              <a:defRPr sz="213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Agenda</a:t>
            </a:r>
          </a:p>
        </p:txBody>
      </p:sp>
      <p:sp>
        <p:nvSpPr>
          <p:cNvPr id="24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911424" y="3195831"/>
            <a:ext cx="4704523" cy="384043"/>
          </a:xfrm>
          <a:prstGeom prst="parallelogram">
            <a:avLst/>
          </a:prstGeom>
          <a:solidFill>
            <a:srgbClr val="1F1A17">
              <a:alpha val="69804"/>
            </a:srgbClr>
          </a:solidFill>
        </p:spPr>
        <p:txBody>
          <a:bodyPr lIns="36000" tIns="72000" rIns="36000" bIns="36000" anchor="ctr">
            <a:noAutofit/>
          </a:bodyPr>
          <a:lstStyle>
            <a:lvl1pPr marL="0" indent="0">
              <a:buNone/>
              <a:defRPr sz="213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Agenda</a:t>
            </a:r>
          </a:p>
        </p:txBody>
      </p:sp>
      <p:sp>
        <p:nvSpPr>
          <p:cNvPr id="25" name="Text Placeholder 7"/>
          <p:cNvSpPr>
            <a:spLocks noGrp="1"/>
          </p:cNvSpPr>
          <p:nvPr>
            <p:ph type="body" sz="quarter" idx="16" hasCustomPrompt="1"/>
          </p:nvPr>
        </p:nvSpPr>
        <p:spPr>
          <a:xfrm>
            <a:off x="911424" y="3854189"/>
            <a:ext cx="4704523" cy="384043"/>
          </a:xfrm>
          <a:prstGeom prst="parallelogram">
            <a:avLst/>
          </a:prstGeom>
          <a:solidFill>
            <a:srgbClr val="1F1A17">
              <a:alpha val="69804"/>
            </a:srgbClr>
          </a:solidFill>
        </p:spPr>
        <p:txBody>
          <a:bodyPr lIns="36000" tIns="72000" rIns="36000" bIns="36000" anchor="ctr">
            <a:noAutofit/>
          </a:bodyPr>
          <a:lstStyle>
            <a:lvl1pPr marL="0" indent="0">
              <a:buNone/>
              <a:defRPr sz="213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Agenda</a:t>
            </a:r>
          </a:p>
        </p:txBody>
      </p:sp>
      <p:sp>
        <p:nvSpPr>
          <p:cNvPr id="26" name="Text Placeholder 7"/>
          <p:cNvSpPr>
            <a:spLocks noGrp="1"/>
          </p:cNvSpPr>
          <p:nvPr>
            <p:ph type="body" sz="quarter" idx="17" hasCustomPrompt="1"/>
          </p:nvPr>
        </p:nvSpPr>
        <p:spPr>
          <a:xfrm>
            <a:off x="911424" y="4512548"/>
            <a:ext cx="4704523" cy="384043"/>
          </a:xfrm>
          <a:prstGeom prst="parallelogram">
            <a:avLst/>
          </a:prstGeom>
          <a:solidFill>
            <a:srgbClr val="1F1A17">
              <a:alpha val="69804"/>
            </a:srgbClr>
          </a:solidFill>
        </p:spPr>
        <p:txBody>
          <a:bodyPr lIns="36000" tIns="72000" rIns="36000" bIns="36000" anchor="ctr">
            <a:noAutofit/>
          </a:bodyPr>
          <a:lstStyle>
            <a:lvl1pPr marL="0" indent="0">
              <a:buNone/>
              <a:defRPr sz="213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Agenda</a:t>
            </a:r>
          </a:p>
        </p:txBody>
      </p:sp>
      <p:sp>
        <p:nvSpPr>
          <p:cNvPr id="27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911424" y="5170907"/>
            <a:ext cx="4704523" cy="384043"/>
          </a:xfrm>
          <a:prstGeom prst="parallelogram">
            <a:avLst/>
          </a:prstGeom>
          <a:solidFill>
            <a:srgbClr val="1F1A17">
              <a:alpha val="69804"/>
            </a:srgbClr>
          </a:solidFill>
        </p:spPr>
        <p:txBody>
          <a:bodyPr lIns="36000" tIns="72000" rIns="36000" bIns="36000" anchor="ctr">
            <a:noAutofit/>
          </a:bodyPr>
          <a:lstStyle>
            <a:lvl1pPr marL="0" indent="0">
              <a:buNone/>
              <a:defRPr sz="213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Agenda</a:t>
            </a:r>
          </a:p>
        </p:txBody>
      </p:sp>
      <p:sp>
        <p:nvSpPr>
          <p:cNvPr id="28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911424" y="5829267"/>
            <a:ext cx="4704523" cy="384043"/>
          </a:xfrm>
          <a:prstGeom prst="parallelogram">
            <a:avLst/>
          </a:prstGeom>
          <a:solidFill>
            <a:srgbClr val="1F1A17">
              <a:alpha val="69804"/>
            </a:srgbClr>
          </a:solidFill>
        </p:spPr>
        <p:txBody>
          <a:bodyPr lIns="36000" tIns="72000" rIns="36000" bIns="36000" anchor="ctr">
            <a:noAutofit/>
          </a:bodyPr>
          <a:lstStyle>
            <a:lvl1pPr marL="0" indent="0">
              <a:buNone/>
              <a:defRPr sz="213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Agenda</a:t>
            </a:r>
          </a:p>
        </p:txBody>
      </p:sp>
      <p:sp>
        <p:nvSpPr>
          <p:cNvPr id="29" name="Text Placeholder 7"/>
          <p:cNvSpPr>
            <a:spLocks noGrp="1"/>
          </p:cNvSpPr>
          <p:nvPr>
            <p:ph type="body" sz="quarter" idx="20" hasCustomPrompt="1"/>
          </p:nvPr>
        </p:nvSpPr>
        <p:spPr>
          <a:xfrm>
            <a:off x="372915" y="1220755"/>
            <a:ext cx="538509" cy="384043"/>
          </a:xfrm>
          <a:prstGeom prst="parallelogram">
            <a:avLst/>
          </a:prstGeom>
          <a:solidFill>
            <a:srgbClr val="0077BD"/>
          </a:solidFill>
        </p:spPr>
        <p:txBody>
          <a:bodyPr lIns="36000" tIns="72000" rIns="36000" bIns="36000" anchor="ctr">
            <a:noAutofit/>
          </a:bodyPr>
          <a:lstStyle>
            <a:lvl1pPr marL="0" indent="0" algn="ctr">
              <a:buNone/>
              <a:defRPr sz="213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1</a:t>
            </a:r>
          </a:p>
        </p:txBody>
      </p:sp>
      <p:sp>
        <p:nvSpPr>
          <p:cNvPr id="30" name="Text Placeholder 7"/>
          <p:cNvSpPr>
            <a:spLocks noGrp="1"/>
          </p:cNvSpPr>
          <p:nvPr>
            <p:ph type="body" sz="quarter" idx="21" hasCustomPrompt="1"/>
          </p:nvPr>
        </p:nvSpPr>
        <p:spPr>
          <a:xfrm>
            <a:off x="372915" y="1879113"/>
            <a:ext cx="538509" cy="384043"/>
          </a:xfrm>
          <a:prstGeom prst="parallelogram">
            <a:avLst/>
          </a:prstGeom>
          <a:solidFill>
            <a:srgbClr val="0077BD"/>
          </a:solidFill>
        </p:spPr>
        <p:txBody>
          <a:bodyPr lIns="36000" tIns="72000" rIns="36000" bIns="36000" anchor="ctr">
            <a:noAutofit/>
          </a:bodyPr>
          <a:lstStyle>
            <a:lvl1pPr marL="0" indent="0" algn="ctr">
              <a:buNone/>
              <a:defRPr sz="213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2</a:t>
            </a:r>
          </a:p>
        </p:txBody>
      </p:sp>
      <p:sp>
        <p:nvSpPr>
          <p:cNvPr id="31" name="Text Placeholder 7"/>
          <p:cNvSpPr>
            <a:spLocks noGrp="1"/>
          </p:cNvSpPr>
          <p:nvPr>
            <p:ph type="body" sz="quarter" idx="22" hasCustomPrompt="1"/>
          </p:nvPr>
        </p:nvSpPr>
        <p:spPr>
          <a:xfrm>
            <a:off x="372915" y="2537472"/>
            <a:ext cx="538509" cy="384043"/>
          </a:xfrm>
          <a:prstGeom prst="parallelogram">
            <a:avLst/>
          </a:prstGeom>
          <a:solidFill>
            <a:srgbClr val="0077BD"/>
          </a:solidFill>
        </p:spPr>
        <p:txBody>
          <a:bodyPr lIns="36000" tIns="72000" rIns="36000" bIns="36000" anchor="ctr">
            <a:noAutofit/>
          </a:bodyPr>
          <a:lstStyle>
            <a:lvl1pPr marL="0" indent="0" algn="ctr">
              <a:buNone/>
              <a:defRPr sz="213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3</a:t>
            </a:r>
          </a:p>
        </p:txBody>
      </p:sp>
      <p:sp>
        <p:nvSpPr>
          <p:cNvPr id="32" name="Text Placeholder 7"/>
          <p:cNvSpPr>
            <a:spLocks noGrp="1"/>
          </p:cNvSpPr>
          <p:nvPr>
            <p:ph type="body" sz="quarter" idx="23" hasCustomPrompt="1"/>
          </p:nvPr>
        </p:nvSpPr>
        <p:spPr>
          <a:xfrm>
            <a:off x="372915" y="3195831"/>
            <a:ext cx="538509" cy="384043"/>
          </a:xfrm>
          <a:prstGeom prst="parallelogram">
            <a:avLst/>
          </a:prstGeom>
          <a:solidFill>
            <a:srgbClr val="0077BD"/>
          </a:solidFill>
        </p:spPr>
        <p:txBody>
          <a:bodyPr lIns="36000" tIns="72000" rIns="36000" bIns="36000" anchor="ctr">
            <a:noAutofit/>
          </a:bodyPr>
          <a:lstStyle>
            <a:lvl1pPr marL="0" indent="0" algn="ctr">
              <a:buNone/>
              <a:defRPr sz="213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4</a:t>
            </a:r>
          </a:p>
        </p:txBody>
      </p:sp>
      <p:sp>
        <p:nvSpPr>
          <p:cNvPr id="33" name="Text Placeholder 7"/>
          <p:cNvSpPr>
            <a:spLocks noGrp="1"/>
          </p:cNvSpPr>
          <p:nvPr>
            <p:ph type="body" sz="quarter" idx="24" hasCustomPrompt="1"/>
          </p:nvPr>
        </p:nvSpPr>
        <p:spPr>
          <a:xfrm>
            <a:off x="372915" y="3854189"/>
            <a:ext cx="538509" cy="384043"/>
          </a:xfrm>
          <a:prstGeom prst="parallelogram">
            <a:avLst/>
          </a:prstGeom>
          <a:solidFill>
            <a:srgbClr val="0077BD"/>
          </a:solidFill>
        </p:spPr>
        <p:txBody>
          <a:bodyPr lIns="36000" tIns="72000" rIns="36000" bIns="36000" anchor="ctr">
            <a:noAutofit/>
          </a:bodyPr>
          <a:lstStyle>
            <a:lvl1pPr marL="0" indent="0" algn="ctr">
              <a:buNone/>
              <a:defRPr sz="213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5</a:t>
            </a:r>
          </a:p>
        </p:txBody>
      </p:sp>
      <p:sp>
        <p:nvSpPr>
          <p:cNvPr id="34" name="Text Placeholder 7"/>
          <p:cNvSpPr>
            <a:spLocks noGrp="1"/>
          </p:cNvSpPr>
          <p:nvPr>
            <p:ph type="body" sz="quarter" idx="25" hasCustomPrompt="1"/>
          </p:nvPr>
        </p:nvSpPr>
        <p:spPr>
          <a:xfrm>
            <a:off x="372915" y="4512548"/>
            <a:ext cx="538509" cy="384043"/>
          </a:xfrm>
          <a:prstGeom prst="parallelogram">
            <a:avLst/>
          </a:prstGeom>
          <a:solidFill>
            <a:srgbClr val="0077BD"/>
          </a:solidFill>
        </p:spPr>
        <p:txBody>
          <a:bodyPr lIns="36000" tIns="72000" rIns="36000" bIns="36000" anchor="ctr">
            <a:noAutofit/>
          </a:bodyPr>
          <a:lstStyle>
            <a:lvl1pPr marL="0" indent="0" algn="ctr">
              <a:buNone/>
              <a:defRPr sz="213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6</a:t>
            </a:r>
          </a:p>
        </p:txBody>
      </p:sp>
      <p:sp>
        <p:nvSpPr>
          <p:cNvPr id="35" name="Text Placeholder 7"/>
          <p:cNvSpPr>
            <a:spLocks noGrp="1"/>
          </p:cNvSpPr>
          <p:nvPr>
            <p:ph type="body" sz="quarter" idx="26" hasCustomPrompt="1"/>
          </p:nvPr>
        </p:nvSpPr>
        <p:spPr>
          <a:xfrm>
            <a:off x="372915" y="5170907"/>
            <a:ext cx="538509" cy="384043"/>
          </a:xfrm>
          <a:prstGeom prst="parallelogram">
            <a:avLst/>
          </a:prstGeom>
          <a:solidFill>
            <a:srgbClr val="0077BD"/>
          </a:solidFill>
        </p:spPr>
        <p:txBody>
          <a:bodyPr lIns="36000" tIns="72000" rIns="36000" bIns="36000" anchor="ctr">
            <a:noAutofit/>
          </a:bodyPr>
          <a:lstStyle>
            <a:lvl1pPr marL="0" indent="0" algn="ctr">
              <a:buNone/>
              <a:defRPr sz="213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7</a:t>
            </a:r>
          </a:p>
        </p:txBody>
      </p:sp>
      <p:sp>
        <p:nvSpPr>
          <p:cNvPr id="36" name="Text Placeholder 7"/>
          <p:cNvSpPr>
            <a:spLocks noGrp="1"/>
          </p:cNvSpPr>
          <p:nvPr>
            <p:ph type="body" sz="quarter" idx="27" hasCustomPrompt="1"/>
          </p:nvPr>
        </p:nvSpPr>
        <p:spPr>
          <a:xfrm>
            <a:off x="372915" y="5829267"/>
            <a:ext cx="538509" cy="384043"/>
          </a:xfrm>
          <a:prstGeom prst="parallelogram">
            <a:avLst/>
          </a:prstGeom>
          <a:solidFill>
            <a:srgbClr val="0077BD"/>
          </a:solidFill>
        </p:spPr>
        <p:txBody>
          <a:bodyPr lIns="36000" tIns="72000" rIns="36000" bIns="36000" anchor="ctr">
            <a:noAutofit/>
          </a:bodyPr>
          <a:lstStyle>
            <a:lvl1pPr marL="0" indent="0" algn="ctr">
              <a:buNone/>
              <a:defRPr sz="213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407206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 - No Gri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06400" y="2"/>
            <a:ext cx="11379200" cy="67382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Click to edit Title Text</a:t>
            </a:r>
          </a:p>
        </p:txBody>
      </p:sp>
      <p:sp>
        <p:nvSpPr>
          <p:cNvPr id="7" name="Content Placeholder 2"/>
          <p:cNvSpPr>
            <a:spLocks noGrp="1"/>
          </p:cNvSpPr>
          <p:nvPr userDrawn="1">
            <p:ph idx="1"/>
          </p:nvPr>
        </p:nvSpPr>
        <p:spPr>
          <a:xfrm>
            <a:off x="406400" y="889000"/>
            <a:ext cx="11379200" cy="5588000"/>
          </a:xfrm>
          <a:prstGeom prst="rect">
            <a:avLst/>
          </a:prstGeom>
        </p:spPr>
        <p:txBody>
          <a:bodyPr vert="horz" lIns="68579" tIns="34289" rIns="68579" bIns="34289" rtlCol="0">
            <a:normAutofit/>
          </a:bodyPr>
          <a:lstStyle>
            <a:lvl1pPr>
              <a:defRPr lang="en-US" sz="2400" smtClean="0"/>
            </a:lvl1pPr>
            <a:lvl2pPr>
              <a:defRPr lang="en-US" sz="2133" smtClean="0"/>
            </a:lvl2pPr>
            <a:lvl3pPr>
              <a:defRPr lang="en-US" sz="1867" smtClean="0"/>
            </a:lvl3pPr>
            <a:lvl4pPr>
              <a:defRPr lang="en-US" sz="1600" smtClean="0"/>
            </a:lvl4pPr>
            <a:lvl5pPr>
              <a:defRPr lang="en-US" sz="1467" dirty="0"/>
            </a:lvl5pPr>
          </a:lstStyle>
          <a:p>
            <a:pPr lvl="0">
              <a:buFontTx/>
              <a:buBlip>
                <a:blip r:embed="rId2"/>
              </a:buBlip>
            </a:pPr>
            <a:r>
              <a:rPr lang="en-US" dirty="0"/>
              <a:t>Click to edit Master text styles</a:t>
            </a:r>
          </a:p>
          <a:p>
            <a:pPr lvl="1">
              <a:buFontTx/>
              <a:buBlip>
                <a:blip r:embed="rId2"/>
              </a:buBlip>
            </a:pPr>
            <a:r>
              <a:rPr lang="en-US" dirty="0"/>
              <a:t>Second level</a:t>
            </a:r>
          </a:p>
          <a:p>
            <a:pPr lvl="2">
              <a:buFontTx/>
              <a:buBlip>
                <a:blip r:embed="rId2"/>
              </a:buBlip>
            </a:pPr>
            <a:r>
              <a:rPr lang="en-US" dirty="0"/>
              <a:t>Third level</a:t>
            </a:r>
          </a:p>
          <a:p>
            <a:pPr lvl="3">
              <a:buFontTx/>
              <a:buBlip>
                <a:blip r:embed="rId2"/>
              </a:buBlip>
            </a:pPr>
            <a:r>
              <a:rPr lang="en-US" dirty="0"/>
              <a:t>Fourth level</a:t>
            </a:r>
          </a:p>
          <a:p>
            <a:pPr lvl="4">
              <a:buFontTx/>
              <a:buBlip>
                <a:blip r:embed="rId2"/>
              </a:buBlip>
            </a:pPr>
            <a:r>
              <a:rPr lang="en-US" dirty="0"/>
              <a:t>Fifth level</a:t>
            </a:r>
          </a:p>
        </p:txBody>
      </p:sp>
      <p:grpSp>
        <p:nvGrpSpPr>
          <p:cNvPr id="3" name="Group 1"/>
          <p:cNvGrpSpPr/>
          <p:nvPr userDrawn="1"/>
        </p:nvGrpSpPr>
        <p:grpSpPr>
          <a:xfrm>
            <a:off x="333332" y="633676"/>
            <a:ext cx="11525339" cy="144093"/>
            <a:chOff x="249998" y="488319"/>
            <a:chExt cx="8644004" cy="108070"/>
          </a:xfrm>
        </p:grpSpPr>
        <p:sp>
          <p:nvSpPr>
            <p:cNvPr id="18" name="Parallelogram 2"/>
            <p:cNvSpPr/>
            <p:nvPr/>
          </p:nvSpPr>
          <p:spPr>
            <a:xfrm>
              <a:off x="249998" y="488320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19" name="Parallelogram 2"/>
            <p:cNvSpPr/>
            <p:nvPr/>
          </p:nvSpPr>
          <p:spPr>
            <a:xfrm rot="10800000" flipH="1" flipV="1">
              <a:off x="308781" y="488319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</p:grpSp>
    </p:spTree>
    <p:extLst>
      <p:ext uri="{BB962C8B-B14F-4D97-AF65-F5344CB8AC3E}">
        <p14:creationId xmlns:p14="http://schemas.microsoft.com/office/powerpoint/2010/main" val="25002321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roup 128"/>
          <p:cNvGrpSpPr/>
          <p:nvPr userDrawn="1"/>
        </p:nvGrpSpPr>
        <p:grpSpPr bwMode="gray">
          <a:xfrm>
            <a:off x="-1" y="-17293"/>
            <a:ext cx="12183353" cy="6553200"/>
            <a:chOff x="-1" y="0"/>
            <a:chExt cx="9137515" cy="4914900"/>
          </a:xfrm>
        </p:grpSpPr>
        <p:cxnSp>
          <p:nvCxnSpPr>
            <p:cNvPr id="130" name="Straight Connector 129"/>
            <p:cNvCxnSpPr/>
            <p:nvPr userDrawn="1"/>
          </p:nvCxnSpPr>
          <p:spPr bwMode="gray">
            <a:xfrm>
              <a:off x="14257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 userDrawn="1"/>
          </p:nvCxnSpPr>
          <p:spPr bwMode="gray">
            <a:xfrm>
              <a:off x="29530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/>
            <p:nvPr userDrawn="1"/>
          </p:nvCxnSpPr>
          <p:spPr bwMode="gray">
            <a:xfrm>
              <a:off x="44802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 userDrawn="1"/>
          </p:nvCxnSpPr>
          <p:spPr bwMode="gray">
            <a:xfrm>
              <a:off x="60075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/>
            <p:cNvCxnSpPr/>
            <p:nvPr userDrawn="1"/>
          </p:nvCxnSpPr>
          <p:spPr bwMode="gray">
            <a:xfrm>
              <a:off x="75348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/>
            <p:cNvCxnSpPr/>
            <p:nvPr userDrawn="1"/>
          </p:nvCxnSpPr>
          <p:spPr bwMode="gray">
            <a:xfrm>
              <a:off x="90621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/>
            <p:cNvCxnSpPr/>
            <p:nvPr userDrawn="1"/>
          </p:nvCxnSpPr>
          <p:spPr bwMode="gray">
            <a:xfrm>
              <a:off x="105894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 userDrawn="1"/>
          </p:nvCxnSpPr>
          <p:spPr bwMode="gray">
            <a:xfrm>
              <a:off x="121167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 userDrawn="1"/>
          </p:nvCxnSpPr>
          <p:spPr bwMode="gray">
            <a:xfrm>
              <a:off x="136440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 userDrawn="1"/>
          </p:nvCxnSpPr>
          <p:spPr bwMode="gray">
            <a:xfrm>
              <a:off x="151713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 userDrawn="1"/>
          </p:nvCxnSpPr>
          <p:spPr bwMode="gray">
            <a:xfrm>
              <a:off x="166986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 userDrawn="1"/>
          </p:nvCxnSpPr>
          <p:spPr bwMode="gray">
            <a:xfrm>
              <a:off x="182259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 userDrawn="1"/>
          </p:nvCxnSpPr>
          <p:spPr bwMode="gray">
            <a:xfrm>
              <a:off x="1975325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/>
            <p:cNvCxnSpPr/>
            <p:nvPr userDrawn="1"/>
          </p:nvCxnSpPr>
          <p:spPr bwMode="gray">
            <a:xfrm>
              <a:off x="2128055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/>
            <p:cNvCxnSpPr/>
            <p:nvPr userDrawn="1"/>
          </p:nvCxnSpPr>
          <p:spPr bwMode="gray">
            <a:xfrm>
              <a:off x="2280784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/>
            <p:cNvCxnSpPr/>
            <p:nvPr userDrawn="1"/>
          </p:nvCxnSpPr>
          <p:spPr bwMode="gray">
            <a:xfrm>
              <a:off x="2433514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/>
            <p:cNvCxnSpPr/>
            <p:nvPr userDrawn="1"/>
          </p:nvCxnSpPr>
          <p:spPr bwMode="gray">
            <a:xfrm>
              <a:off x="2586244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/>
            <p:cNvCxnSpPr/>
            <p:nvPr userDrawn="1"/>
          </p:nvCxnSpPr>
          <p:spPr bwMode="gray">
            <a:xfrm>
              <a:off x="273897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/>
            <p:cNvCxnSpPr/>
            <p:nvPr userDrawn="1"/>
          </p:nvCxnSpPr>
          <p:spPr bwMode="gray">
            <a:xfrm>
              <a:off x="289170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/>
            <p:cNvCxnSpPr/>
            <p:nvPr userDrawn="1"/>
          </p:nvCxnSpPr>
          <p:spPr bwMode="gray">
            <a:xfrm>
              <a:off x="304443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/>
            <p:cNvCxnSpPr/>
            <p:nvPr userDrawn="1"/>
          </p:nvCxnSpPr>
          <p:spPr bwMode="gray">
            <a:xfrm>
              <a:off x="319716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/>
            <p:cNvCxnSpPr/>
            <p:nvPr userDrawn="1"/>
          </p:nvCxnSpPr>
          <p:spPr bwMode="gray">
            <a:xfrm>
              <a:off x="334989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/>
            <p:cNvCxnSpPr/>
            <p:nvPr userDrawn="1"/>
          </p:nvCxnSpPr>
          <p:spPr bwMode="gray">
            <a:xfrm>
              <a:off x="350262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/>
            <p:cNvCxnSpPr/>
            <p:nvPr userDrawn="1"/>
          </p:nvCxnSpPr>
          <p:spPr bwMode="gray">
            <a:xfrm>
              <a:off x="365535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/>
            <p:cNvCxnSpPr/>
            <p:nvPr userDrawn="1"/>
          </p:nvCxnSpPr>
          <p:spPr bwMode="gray">
            <a:xfrm>
              <a:off x="380808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/>
            <p:cNvCxnSpPr/>
            <p:nvPr userDrawn="1"/>
          </p:nvCxnSpPr>
          <p:spPr bwMode="gray">
            <a:xfrm>
              <a:off x="396081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/>
            <p:cNvCxnSpPr/>
            <p:nvPr userDrawn="1"/>
          </p:nvCxnSpPr>
          <p:spPr bwMode="gray">
            <a:xfrm>
              <a:off x="411354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/>
            <p:cNvCxnSpPr/>
            <p:nvPr userDrawn="1"/>
          </p:nvCxnSpPr>
          <p:spPr bwMode="gray">
            <a:xfrm>
              <a:off x="426626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/>
            <p:cNvCxnSpPr/>
            <p:nvPr userDrawn="1"/>
          </p:nvCxnSpPr>
          <p:spPr bwMode="gray">
            <a:xfrm>
              <a:off x="441899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/>
            <p:cNvCxnSpPr/>
            <p:nvPr userDrawn="1"/>
          </p:nvCxnSpPr>
          <p:spPr bwMode="gray">
            <a:xfrm>
              <a:off x="457172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/>
            <p:cNvCxnSpPr/>
            <p:nvPr userDrawn="1"/>
          </p:nvCxnSpPr>
          <p:spPr bwMode="gray">
            <a:xfrm>
              <a:off x="472445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/>
            <p:cNvCxnSpPr/>
            <p:nvPr userDrawn="1"/>
          </p:nvCxnSpPr>
          <p:spPr bwMode="gray">
            <a:xfrm>
              <a:off x="487718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/>
            <p:cNvCxnSpPr/>
            <p:nvPr userDrawn="1"/>
          </p:nvCxnSpPr>
          <p:spPr bwMode="gray">
            <a:xfrm>
              <a:off x="502991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 userDrawn="1"/>
          </p:nvCxnSpPr>
          <p:spPr bwMode="gray">
            <a:xfrm>
              <a:off x="518264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 userDrawn="1"/>
          </p:nvCxnSpPr>
          <p:spPr bwMode="gray">
            <a:xfrm>
              <a:off x="533537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 userDrawn="1"/>
          </p:nvCxnSpPr>
          <p:spPr bwMode="gray">
            <a:xfrm>
              <a:off x="548810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 userDrawn="1"/>
          </p:nvCxnSpPr>
          <p:spPr bwMode="gray">
            <a:xfrm>
              <a:off x="564083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 userDrawn="1"/>
          </p:nvCxnSpPr>
          <p:spPr bwMode="gray">
            <a:xfrm>
              <a:off x="5793565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 userDrawn="1"/>
          </p:nvCxnSpPr>
          <p:spPr bwMode="gray">
            <a:xfrm>
              <a:off x="5946295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 userDrawn="1"/>
          </p:nvCxnSpPr>
          <p:spPr bwMode="gray">
            <a:xfrm>
              <a:off x="6099025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 userDrawn="1"/>
          </p:nvCxnSpPr>
          <p:spPr bwMode="gray">
            <a:xfrm>
              <a:off x="6251754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 userDrawn="1"/>
          </p:nvCxnSpPr>
          <p:spPr bwMode="gray">
            <a:xfrm>
              <a:off x="6404484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 userDrawn="1"/>
          </p:nvCxnSpPr>
          <p:spPr bwMode="gray">
            <a:xfrm>
              <a:off x="655721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 userDrawn="1"/>
          </p:nvCxnSpPr>
          <p:spPr bwMode="gray">
            <a:xfrm>
              <a:off x="670994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 userDrawn="1"/>
          </p:nvCxnSpPr>
          <p:spPr bwMode="gray">
            <a:xfrm>
              <a:off x="686267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 userDrawn="1"/>
          </p:nvCxnSpPr>
          <p:spPr bwMode="gray">
            <a:xfrm>
              <a:off x="701540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 userDrawn="1"/>
          </p:nvCxnSpPr>
          <p:spPr bwMode="gray">
            <a:xfrm>
              <a:off x="716813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 userDrawn="1"/>
          </p:nvCxnSpPr>
          <p:spPr bwMode="gray">
            <a:xfrm>
              <a:off x="732086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/>
            <p:cNvCxnSpPr/>
            <p:nvPr userDrawn="1"/>
          </p:nvCxnSpPr>
          <p:spPr bwMode="gray">
            <a:xfrm>
              <a:off x="747359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/>
            <p:cNvCxnSpPr/>
            <p:nvPr userDrawn="1"/>
          </p:nvCxnSpPr>
          <p:spPr bwMode="gray">
            <a:xfrm>
              <a:off x="762632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/>
            <p:cNvCxnSpPr/>
            <p:nvPr userDrawn="1"/>
          </p:nvCxnSpPr>
          <p:spPr bwMode="gray">
            <a:xfrm>
              <a:off x="777905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 userDrawn="1"/>
          </p:nvCxnSpPr>
          <p:spPr bwMode="gray">
            <a:xfrm>
              <a:off x="793178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/>
            <p:cNvCxnSpPr/>
            <p:nvPr userDrawn="1"/>
          </p:nvCxnSpPr>
          <p:spPr bwMode="gray">
            <a:xfrm>
              <a:off x="808450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/>
            <p:cNvCxnSpPr/>
            <p:nvPr userDrawn="1"/>
          </p:nvCxnSpPr>
          <p:spPr bwMode="gray">
            <a:xfrm>
              <a:off x="823723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/>
            <p:cNvCxnSpPr/>
            <p:nvPr userDrawn="1"/>
          </p:nvCxnSpPr>
          <p:spPr bwMode="gray">
            <a:xfrm>
              <a:off x="838996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 userDrawn="1"/>
          </p:nvCxnSpPr>
          <p:spPr bwMode="gray">
            <a:xfrm>
              <a:off x="854269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/>
            <p:cNvCxnSpPr/>
            <p:nvPr userDrawn="1"/>
          </p:nvCxnSpPr>
          <p:spPr bwMode="gray">
            <a:xfrm>
              <a:off x="869542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 userDrawn="1"/>
          </p:nvCxnSpPr>
          <p:spPr bwMode="gray">
            <a:xfrm>
              <a:off x="884815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/>
            <p:cNvCxnSpPr/>
            <p:nvPr userDrawn="1"/>
          </p:nvCxnSpPr>
          <p:spPr bwMode="gray">
            <a:xfrm>
              <a:off x="900088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 userDrawn="1"/>
          </p:nvCxnSpPr>
          <p:spPr bwMode="gray">
            <a:xfrm flipH="1">
              <a:off x="-1" y="0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/>
            <p:cNvCxnSpPr/>
            <p:nvPr userDrawn="1"/>
          </p:nvCxnSpPr>
          <p:spPr bwMode="gray">
            <a:xfrm flipH="1">
              <a:off x="-1" y="152838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 userDrawn="1"/>
          </p:nvCxnSpPr>
          <p:spPr bwMode="gray">
            <a:xfrm flipH="1">
              <a:off x="-1" y="305676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/>
            <p:nvPr userDrawn="1"/>
          </p:nvCxnSpPr>
          <p:spPr bwMode="gray">
            <a:xfrm flipH="1">
              <a:off x="-1" y="458514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 userDrawn="1"/>
          </p:nvCxnSpPr>
          <p:spPr bwMode="gray">
            <a:xfrm flipH="1">
              <a:off x="-1" y="611352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/>
            <p:cNvCxnSpPr/>
            <p:nvPr userDrawn="1"/>
          </p:nvCxnSpPr>
          <p:spPr bwMode="gray">
            <a:xfrm flipH="1">
              <a:off x="-1" y="764190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 userDrawn="1"/>
          </p:nvCxnSpPr>
          <p:spPr bwMode="gray">
            <a:xfrm flipH="1">
              <a:off x="-1" y="917028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/>
            <p:cNvCxnSpPr/>
            <p:nvPr userDrawn="1"/>
          </p:nvCxnSpPr>
          <p:spPr bwMode="gray">
            <a:xfrm flipH="1">
              <a:off x="-1" y="1069866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 userDrawn="1"/>
          </p:nvCxnSpPr>
          <p:spPr bwMode="gray">
            <a:xfrm flipH="1">
              <a:off x="-1" y="1222704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/>
            <p:cNvCxnSpPr/>
            <p:nvPr userDrawn="1"/>
          </p:nvCxnSpPr>
          <p:spPr bwMode="gray">
            <a:xfrm flipH="1">
              <a:off x="-1" y="1375542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 userDrawn="1"/>
          </p:nvCxnSpPr>
          <p:spPr bwMode="gray">
            <a:xfrm flipH="1">
              <a:off x="-1" y="1528380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/>
            <p:cNvCxnSpPr/>
            <p:nvPr userDrawn="1"/>
          </p:nvCxnSpPr>
          <p:spPr bwMode="gray">
            <a:xfrm flipH="1">
              <a:off x="-1" y="1681218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 userDrawn="1"/>
          </p:nvCxnSpPr>
          <p:spPr bwMode="gray">
            <a:xfrm flipH="1">
              <a:off x="-1" y="1834056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/>
            <p:cNvCxnSpPr/>
            <p:nvPr userDrawn="1"/>
          </p:nvCxnSpPr>
          <p:spPr bwMode="gray">
            <a:xfrm flipH="1">
              <a:off x="-1" y="1986894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 userDrawn="1"/>
          </p:nvCxnSpPr>
          <p:spPr bwMode="gray">
            <a:xfrm flipH="1">
              <a:off x="-1" y="2139732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/>
            <p:cNvCxnSpPr/>
            <p:nvPr userDrawn="1"/>
          </p:nvCxnSpPr>
          <p:spPr bwMode="gray">
            <a:xfrm flipH="1">
              <a:off x="-1" y="2292570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 userDrawn="1"/>
          </p:nvCxnSpPr>
          <p:spPr bwMode="gray">
            <a:xfrm flipH="1">
              <a:off x="-1" y="2445408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/>
            <p:cNvCxnSpPr/>
            <p:nvPr userDrawn="1"/>
          </p:nvCxnSpPr>
          <p:spPr bwMode="gray">
            <a:xfrm flipH="1">
              <a:off x="-1" y="2598246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/>
            <p:cNvCxnSpPr/>
            <p:nvPr userDrawn="1"/>
          </p:nvCxnSpPr>
          <p:spPr bwMode="gray">
            <a:xfrm flipH="1">
              <a:off x="-1" y="2751084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/>
            <p:cNvCxnSpPr/>
            <p:nvPr userDrawn="1"/>
          </p:nvCxnSpPr>
          <p:spPr bwMode="gray">
            <a:xfrm flipH="1">
              <a:off x="-1" y="2903922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 userDrawn="1"/>
          </p:nvCxnSpPr>
          <p:spPr bwMode="gray">
            <a:xfrm flipH="1">
              <a:off x="-1" y="3056760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 userDrawn="1"/>
          </p:nvCxnSpPr>
          <p:spPr bwMode="gray">
            <a:xfrm flipH="1">
              <a:off x="-1" y="3209598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/>
            <p:nvPr userDrawn="1"/>
          </p:nvCxnSpPr>
          <p:spPr bwMode="gray">
            <a:xfrm flipH="1">
              <a:off x="-1" y="3362436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/>
            <p:cNvCxnSpPr/>
            <p:nvPr userDrawn="1"/>
          </p:nvCxnSpPr>
          <p:spPr bwMode="gray">
            <a:xfrm flipH="1">
              <a:off x="-1" y="3515274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/>
            <p:nvPr userDrawn="1"/>
          </p:nvCxnSpPr>
          <p:spPr bwMode="gray">
            <a:xfrm flipH="1">
              <a:off x="-1" y="3668112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/>
            <p:nvPr userDrawn="1"/>
          </p:nvCxnSpPr>
          <p:spPr bwMode="gray">
            <a:xfrm flipH="1">
              <a:off x="-1" y="3820950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/>
            <p:cNvCxnSpPr/>
            <p:nvPr userDrawn="1"/>
          </p:nvCxnSpPr>
          <p:spPr bwMode="gray">
            <a:xfrm flipH="1">
              <a:off x="-1" y="3973788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/>
            <p:cNvCxnSpPr/>
            <p:nvPr userDrawn="1"/>
          </p:nvCxnSpPr>
          <p:spPr bwMode="gray">
            <a:xfrm flipH="1">
              <a:off x="-1" y="4126626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/>
            <p:cNvCxnSpPr/>
            <p:nvPr userDrawn="1"/>
          </p:nvCxnSpPr>
          <p:spPr bwMode="gray">
            <a:xfrm flipH="1">
              <a:off x="-1" y="4279464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/>
            <p:cNvCxnSpPr/>
            <p:nvPr userDrawn="1"/>
          </p:nvCxnSpPr>
          <p:spPr bwMode="gray">
            <a:xfrm flipH="1">
              <a:off x="-1" y="4438170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/>
            <p:cNvCxnSpPr/>
            <p:nvPr userDrawn="1"/>
          </p:nvCxnSpPr>
          <p:spPr bwMode="gray">
            <a:xfrm flipH="1">
              <a:off x="-1" y="4591008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 userDrawn="1"/>
          </p:nvCxnSpPr>
          <p:spPr bwMode="gray">
            <a:xfrm flipH="1">
              <a:off x="-1" y="4743846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 userDrawn="1"/>
          </p:nvCxnSpPr>
          <p:spPr bwMode="gray">
            <a:xfrm flipH="1">
              <a:off x="-1" y="4896684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1968474" y="1323939"/>
            <a:ext cx="3528087" cy="1325563"/>
          </a:xfrm>
          <a:prstGeom prst="rect">
            <a:avLst/>
          </a:prstGeom>
        </p:spPr>
        <p:txBody>
          <a:bodyPr/>
          <a:lstStyle>
            <a:lvl1pPr algn="ctr">
              <a:defRPr sz="4267"/>
            </a:lvl1pPr>
          </a:lstStyle>
          <a:p>
            <a:r>
              <a:rPr lang="en-US" dirty="0"/>
              <a:t>Thank you.</a:t>
            </a:r>
            <a:endParaRPr lang="en-IN" dirty="0"/>
          </a:p>
        </p:txBody>
      </p:sp>
      <p:sp>
        <p:nvSpPr>
          <p:cNvPr id="23" name="Text Placeholder 1030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399133" y="4646313"/>
            <a:ext cx="4858623" cy="46357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/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  <a:endParaRPr lang="en-IN" dirty="0"/>
          </a:p>
        </p:txBody>
      </p:sp>
      <p:sp>
        <p:nvSpPr>
          <p:cNvPr id="24" name="Text Placeholder 1030"/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399133" y="5252919"/>
            <a:ext cx="4858623" cy="46357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Designation </a:t>
            </a:r>
            <a:endParaRPr lang="en-IN" dirty="0"/>
          </a:p>
        </p:txBody>
      </p:sp>
      <p:sp>
        <p:nvSpPr>
          <p:cNvPr id="26" name="Parallelogram 25"/>
          <p:cNvSpPr/>
          <p:nvPr userDrawn="1"/>
        </p:nvSpPr>
        <p:spPr bwMode="gray">
          <a:xfrm>
            <a:off x="5756786" y="3518"/>
            <a:ext cx="6435213" cy="6553269"/>
          </a:xfrm>
          <a:custGeom>
            <a:avLst/>
            <a:gdLst/>
            <a:ahLst/>
            <a:cxnLst/>
            <a:rect l="l" t="t" r="r" b="b"/>
            <a:pathLst>
              <a:path w="5048250" h="5140862">
                <a:moveTo>
                  <a:pt x="3013830" y="0"/>
                </a:moveTo>
                <a:lnTo>
                  <a:pt x="5048250" y="0"/>
                </a:lnTo>
                <a:lnTo>
                  <a:pt x="5048250" y="5140862"/>
                </a:lnTo>
                <a:lnTo>
                  <a:pt x="0" y="5140862"/>
                </a:lnTo>
                <a:close/>
              </a:path>
            </a:pathLst>
          </a:custGeom>
          <a:solidFill>
            <a:srgbClr val="0077BD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IN" sz="2400">
              <a:solidFill>
                <a:schemeClr val="tx1"/>
              </a:solidFill>
            </a:endParaRPr>
          </a:p>
        </p:txBody>
      </p:sp>
      <p:sp>
        <p:nvSpPr>
          <p:cNvPr id="28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5839351" y="-1"/>
            <a:ext cx="6352651" cy="6556788"/>
          </a:xfrm>
          <a:custGeom>
            <a:avLst/>
            <a:gdLst/>
            <a:ahLst/>
            <a:cxnLst/>
            <a:rect l="l" t="t" r="r" b="b"/>
            <a:pathLst>
              <a:path w="5052943" h="5125139">
                <a:moveTo>
                  <a:pt x="3057525" y="0"/>
                </a:moveTo>
                <a:lnTo>
                  <a:pt x="5048250" y="0"/>
                </a:lnTo>
                <a:lnTo>
                  <a:pt x="5048250" y="1"/>
                </a:lnTo>
                <a:lnTo>
                  <a:pt x="5048250" y="3152775"/>
                </a:lnTo>
                <a:lnTo>
                  <a:pt x="5052943" y="3152775"/>
                </a:lnTo>
                <a:lnTo>
                  <a:pt x="5052943" y="5125138"/>
                </a:lnTo>
                <a:lnTo>
                  <a:pt x="5048250" y="5125138"/>
                </a:lnTo>
                <a:lnTo>
                  <a:pt x="3057525" y="5125138"/>
                </a:lnTo>
                <a:lnTo>
                  <a:pt x="2052619" y="5125138"/>
                </a:lnTo>
                <a:lnTo>
                  <a:pt x="2052618" y="5125139"/>
                </a:lnTo>
                <a:lnTo>
                  <a:pt x="0" y="5125139"/>
                </a:lnTo>
                <a:lnTo>
                  <a:pt x="2995632" y="1"/>
                </a:lnTo>
                <a:lnTo>
                  <a:pt x="3057525" y="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lIns="0" tIns="0" rIns="468000" bIns="0" anchor="ctr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lang="en-IN" sz="1867" i="1" dirty="0"/>
            </a:lvl1pPr>
          </a:lstStyle>
          <a:p>
            <a:r>
              <a:rPr lang="en-IN" dirty="0"/>
              <a:t>Click icon to add image</a:t>
            </a:r>
          </a:p>
        </p:txBody>
      </p:sp>
      <p:grpSp>
        <p:nvGrpSpPr>
          <p:cNvPr id="25" name="Group 24"/>
          <p:cNvGrpSpPr/>
          <p:nvPr userDrawn="1"/>
        </p:nvGrpSpPr>
        <p:grpSpPr bwMode="gray">
          <a:xfrm>
            <a:off x="1049700" y="1007106"/>
            <a:ext cx="1065707" cy="1126383"/>
            <a:chOff x="-3330575" y="3005138"/>
            <a:chExt cx="1533526" cy="1620837"/>
          </a:xfrm>
          <a:solidFill>
            <a:srgbClr val="003F72"/>
          </a:solidFill>
        </p:grpSpPr>
        <p:sp>
          <p:nvSpPr>
            <p:cNvPr id="27" name="Freeform 6"/>
            <p:cNvSpPr>
              <a:spLocks/>
            </p:cNvSpPr>
            <p:nvPr/>
          </p:nvSpPr>
          <p:spPr bwMode="gray">
            <a:xfrm>
              <a:off x="-3330575" y="3005138"/>
              <a:ext cx="1233488" cy="1620837"/>
            </a:xfrm>
            <a:custGeom>
              <a:avLst/>
              <a:gdLst>
                <a:gd name="T0" fmla="*/ 621 w 777"/>
                <a:gd name="T1" fmla="*/ 0 h 1021"/>
                <a:gd name="T2" fmla="*/ 0 w 777"/>
                <a:gd name="T3" fmla="*/ 1021 h 1021"/>
                <a:gd name="T4" fmla="*/ 621 w 777"/>
                <a:gd name="T5" fmla="*/ 1021 h 1021"/>
                <a:gd name="T6" fmla="*/ 777 w 777"/>
                <a:gd name="T7" fmla="*/ 785 h 1021"/>
                <a:gd name="T8" fmla="*/ 231 w 777"/>
                <a:gd name="T9" fmla="*/ 785 h 1021"/>
                <a:gd name="T10" fmla="*/ 699 w 777"/>
                <a:gd name="T11" fmla="*/ 0 h 1021"/>
                <a:gd name="T12" fmla="*/ 621 w 777"/>
                <a:gd name="T13" fmla="*/ 0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77" h="1021">
                  <a:moveTo>
                    <a:pt x="621" y="0"/>
                  </a:moveTo>
                  <a:lnTo>
                    <a:pt x="0" y="1021"/>
                  </a:lnTo>
                  <a:lnTo>
                    <a:pt x="621" y="1021"/>
                  </a:lnTo>
                  <a:lnTo>
                    <a:pt x="777" y="785"/>
                  </a:lnTo>
                  <a:lnTo>
                    <a:pt x="231" y="785"/>
                  </a:lnTo>
                  <a:lnTo>
                    <a:pt x="699" y="0"/>
                  </a:lnTo>
                  <a:lnTo>
                    <a:pt x="62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>
                <a:solidFill>
                  <a:prstClr val="black"/>
                </a:solidFill>
              </a:endParaRPr>
            </a:p>
          </p:txBody>
        </p:sp>
        <p:sp>
          <p:nvSpPr>
            <p:cNvPr id="29" name="Freeform 7"/>
            <p:cNvSpPr>
              <a:spLocks/>
            </p:cNvSpPr>
            <p:nvPr/>
          </p:nvSpPr>
          <p:spPr bwMode="gray">
            <a:xfrm>
              <a:off x="-2611437" y="3005138"/>
              <a:ext cx="814388" cy="1136650"/>
            </a:xfrm>
            <a:custGeom>
              <a:avLst/>
              <a:gdLst>
                <a:gd name="T0" fmla="*/ 435 w 513"/>
                <a:gd name="T1" fmla="*/ 0 h 716"/>
                <a:gd name="T2" fmla="*/ 513 w 513"/>
                <a:gd name="T3" fmla="*/ 0 h 716"/>
                <a:gd name="T4" fmla="*/ 78 w 513"/>
                <a:gd name="T5" fmla="*/ 716 h 716"/>
                <a:gd name="T6" fmla="*/ 0 w 513"/>
                <a:gd name="T7" fmla="*/ 716 h 716"/>
                <a:gd name="T8" fmla="*/ 435 w 513"/>
                <a:gd name="T9" fmla="*/ 0 h 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3" h="716">
                  <a:moveTo>
                    <a:pt x="435" y="0"/>
                  </a:moveTo>
                  <a:lnTo>
                    <a:pt x="513" y="0"/>
                  </a:lnTo>
                  <a:lnTo>
                    <a:pt x="78" y="716"/>
                  </a:lnTo>
                  <a:lnTo>
                    <a:pt x="0" y="716"/>
                  </a:lnTo>
                  <a:lnTo>
                    <a:pt x="4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>
                <a:solidFill>
                  <a:prstClr val="black"/>
                </a:solidFill>
              </a:endParaRPr>
            </a:p>
          </p:txBody>
        </p:sp>
      </p:grpSp>
      <p:grpSp>
        <p:nvGrpSpPr>
          <p:cNvPr id="30" name="Group 29"/>
          <p:cNvGrpSpPr/>
          <p:nvPr userDrawn="1"/>
        </p:nvGrpSpPr>
        <p:grpSpPr bwMode="gray">
          <a:xfrm>
            <a:off x="5412294" y="2199399"/>
            <a:ext cx="996725" cy="1078995"/>
            <a:chOff x="2301081" y="6662108"/>
            <a:chExt cx="1500188" cy="1624012"/>
          </a:xfrm>
          <a:solidFill>
            <a:srgbClr val="003F72"/>
          </a:solidFill>
        </p:grpSpPr>
        <p:sp>
          <p:nvSpPr>
            <p:cNvPr id="31" name="Freeform 8"/>
            <p:cNvSpPr>
              <a:spLocks/>
            </p:cNvSpPr>
            <p:nvPr/>
          </p:nvSpPr>
          <p:spPr bwMode="gray">
            <a:xfrm>
              <a:off x="2551906" y="6662108"/>
              <a:ext cx="1249363" cy="393700"/>
            </a:xfrm>
            <a:custGeom>
              <a:avLst/>
              <a:gdLst>
                <a:gd name="T0" fmla="*/ 402 w 787"/>
                <a:gd name="T1" fmla="*/ 248 h 248"/>
                <a:gd name="T2" fmla="*/ 633 w 787"/>
                <a:gd name="T3" fmla="*/ 248 h 248"/>
                <a:gd name="T4" fmla="*/ 787 w 787"/>
                <a:gd name="T5" fmla="*/ 0 h 248"/>
                <a:gd name="T6" fmla="*/ 151 w 787"/>
                <a:gd name="T7" fmla="*/ 0 h 248"/>
                <a:gd name="T8" fmla="*/ 0 w 787"/>
                <a:gd name="T9" fmla="*/ 246 h 248"/>
                <a:gd name="T10" fmla="*/ 402 w 787"/>
                <a:gd name="T11" fmla="*/ 248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87" h="248">
                  <a:moveTo>
                    <a:pt x="402" y="248"/>
                  </a:moveTo>
                  <a:lnTo>
                    <a:pt x="633" y="248"/>
                  </a:lnTo>
                  <a:lnTo>
                    <a:pt x="787" y="0"/>
                  </a:lnTo>
                  <a:lnTo>
                    <a:pt x="151" y="0"/>
                  </a:lnTo>
                  <a:lnTo>
                    <a:pt x="0" y="246"/>
                  </a:lnTo>
                  <a:lnTo>
                    <a:pt x="402" y="2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>
                <a:solidFill>
                  <a:prstClr val="black"/>
                </a:solidFill>
              </a:endParaRPr>
            </a:p>
          </p:txBody>
        </p:sp>
        <p:sp>
          <p:nvSpPr>
            <p:cNvPr id="32" name="Freeform 9"/>
            <p:cNvSpPr>
              <a:spLocks/>
            </p:cNvSpPr>
            <p:nvPr/>
          </p:nvSpPr>
          <p:spPr bwMode="gray">
            <a:xfrm>
              <a:off x="2683669" y="7162170"/>
              <a:ext cx="809625" cy="1123950"/>
            </a:xfrm>
            <a:custGeom>
              <a:avLst/>
              <a:gdLst>
                <a:gd name="T0" fmla="*/ 435 w 510"/>
                <a:gd name="T1" fmla="*/ 0 h 708"/>
                <a:gd name="T2" fmla="*/ 510 w 510"/>
                <a:gd name="T3" fmla="*/ 0 h 708"/>
                <a:gd name="T4" fmla="*/ 78 w 510"/>
                <a:gd name="T5" fmla="*/ 708 h 708"/>
                <a:gd name="T6" fmla="*/ 0 w 510"/>
                <a:gd name="T7" fmla="*/ 708 h 708"/>
                <a:gd name="T8" fmla="*/ 435 w 510"/>
                <a:gd name="T9" fmla="*/ 0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0" h="708">
                  <a:moveTo>
                    <a:pt x="435" y="0"/>
                  </a:moveTo>
                  <a:lnTo>
                    <a:pt x="510" y="0"/>
                  </a:lnTo>
                  <a:lnTo>
                    <a:pt x="78" y="708"/>
                  </a:lnTo>
                  <a:lnTo>
                    <a:pt x="0" y="708"/>
                  </a:lnTo>
                  <a:lnTo>
                    <a:pt x="4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>
                <a:solidFill>
                  <a:prstClr val="black"/>
                </a:solidFill>
              </a:endParaRPr>
            </a:p>
          </p:txBody>
        </p:sp>
        <p:sp>
          <p:nvSpPr>
            <p:cNvPr id="33" name="Freeform 10"/>
            <p:cNvSpPr>
              <a:spLocks/>
            </p:cNvSpPr>
            <p:nvPr/>
          </p:nvSpPr>
          <p:spPr bwMode="gray">
            <a:xfrm>
              <a:off x="2301081" y="7162170"/>
              <a:ext cx="803275" cy="1123950"/>
            </a:xfrm>
            <a:custGeom>
              <a:avLst/>
              <a:gdLst>
                <a:gd name="T0" fmla="*/ 430 w 506"/>
                <a:gd name="T1" fmla="*/ 0 h 708"/>
                <a:gd name="T2" fmla="*/ 506 w 506"/>
                <a:gd name="T3" fmla="*/ 0 h 708"/>
                <a:gd name="T4" fmla="*/ 76 w 506"/>
                <a:gd name="T5" fmla="*/ 708 h 708"/>
                <a:gd name="T6" fmla="*/ 0 w 506"/>
                <a:gd name="T7" fmla="*/ 708 h 708"/>
                <a:gd name="T8" fmla="*/ 430 w 506"/>
                <a:gd name="T9" fmla="*/ 0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6" h="708">
                  <a:moveTo>
                    <a:pt x="430" y="0"/>
                  </a:moveTo>
                  <a:lnTo>
                    <a:pt x="506" y="0"/>
                  </a:lnTo>
                  <a:lnTo>
                    <a:pt x="76" y="708"/>
                  </a:lnTo>
                  <a:lnTo>
                    <a:pt x="0" y="708"/>
                  </a:lnTo>
                  <a:lnTo>
                    <a:pt x="43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>
                <a:solidFill>
                  <a:prstClr val="black"/>
                </a:solidFill>
              </a:endParaRPr>
            </a:p>
          </p:txBody>
        </p:sp>
      </p:grpSp>
      <p:sp>
        <p:nvSpPr>
          <p:cNvPr id="112" name="Freeform 17"/>
          <p:cNvSpPr>
            <a:spLocks/>
          </p:cNvSpPr>
          <p:nvPr userDrawn="1"/>
        </p:nvSpPr>
        <p:spPr bwMode="gray">
          <a:xfrm>
            <a:off x="1" y="3530451"/>
            <a:ext cx="3210233" cy="767632"/>
          </a:xfrm>
          <a:custGeom>
            <a:avLst/>
            <a:gdLst/>
            <a:ahLst/>
            <a:cxnLst/>
            <a:rect l="l" t="t" r="r" b="b"/>
            <a:pathLst>
              <a:path w="2402984" h="575724">
                <a:moveTo>
                  <a:pt x="0" y="0"/>
                </a:moveTo>
                <a:lnTo>
                  <a:pt x="2402984" y="0"/>
                </a:lnTo>
                <a:lnTo>
                  <a:pt x="2052676" y="575724"/>
                </a:lnTo>
                <a:lnTo>
                  <a:pt x="0" y="575724"/>
                </a:lnTo>
                <a:close/>
              </a:path>
            </a:pathLst>
          </a:custGeom>
          <a:solidFill>
            <a:srgbClr val="003F72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IN" sz="2400"/>
          </a:p>
        </p:txBody>
      </p:sp>
      <p:grpSp>
        <p:nvGrpSpPr>
          <p:cNvPr id="113" name="Group 5"/>
          <p:cNvGrpSpPr>
            <a:grpSpLocks noChangeAspect="1"/>
          </p:cNvGrpSpPr>
          <p:nvPr userDrawn="1"/>
        </p:nvGrpSpPr>
        <p:grpSpPr bwMode="gray">
          <a:xfrm>
            <a:off x="399132" y="3731182"/>
            <a:ext cx="2240485" cy="336381"/>
            <a:chOff x="119" y="2341"/>
            <a:chExt cx="1805" cy="271"/>
          </a:xfrm>
        </p:grpSpPr>
        <p:sp>
          <p:nvSpPr>
            <p:cNvPr id="114" name="Freeform 6"/>
            <p:cNvSpPr>
              <a:spLocks noEditPoints="1"/>
            </p:cNvSpPr>
            <p:nvPr userDrawn="1"/>
          </p:nvSpPr>
          <p:spPr bwMode="gray">
            <a:xfrm>
              <a:off x="119" y="2341"/>
              <a:ext cx="270" cy="271"/>
            </a:xfrm>
            <a:custGeom>
              <a:avLst/>
              <a:gdLst>
                <a:gd name="T0" fmla="*/ 57 w 114"/>
                <a:gd name="T1" fmla="*/ 0 h 115"/>
                <a:gd name="T2" fmla="*/ 114 w 114"/>
                <a:gd name="T3" fmla="*/ 58 h 115"/>
                <a:gd name="T4" fmla="*/ 57 w 114"/>
                <a:gd name="T5" fmla="*/ 115 h 115"/>
                <a:gd name="T6" fmla="*/ 0 w 114"/>
                <a:gd name="T7" fmla="*/ 58 h 115"/>
                <a:gd name="T8" fmla="*/ 57 w 114"/>
                <a:gd name="T9" fmla="*/ 0 h 115"/>
                <a:gd name="T10" fmla="*/ 49 w 114"/>
                <a:gd name="T11" fmla="*/ 107 h 115"/>
                <a:gd name="T12" fmla="*/ 73 w 114"/>
                <a:gd name="T13" fmla="*/ 65 h 115"/>
                <a:gd name="T14" fmla="*/ 57 w 114"/>
                <a:gd name="T15" fmla="*/ 65 h 115"/>
                <a:gd name="T16" fmla="*/ 65 w 114"/>
                <a:gd name="T17" fmla="*/ 51 h 115"/>
                <a:gd name="T18" fmla="*/ 104 w 114"/>
                <a:gd name="T19" fmla="*/ 51 h 115"/>
                <a:gd name="T20" fmla="*/ 96 w 114"/>
                <a:gd name="T21" fmla="*/ 65 h 115"/>
                <a:gd name="T22" fmla="*/ 82 w 114"/>
                <a:gd name="T23" fmla="*/ 65 h 115"/>
                <a:gd name="T24" fmla="*/ 57 w 114"/>
                <a:gd name="T25" fmla="*/ 108 h 115"/>
                <a:gd name="T26" fmla="*/ 107 w 114"/>
                <a:gd name="T27" fmla="*/ 58 h 115"/>
                <a:gd name="T28" fmla="*/ 57 w 114"/>
                <a:gd name="T29" fmla="*/ 8 h 115"/>
                <a:gd name="T30" fmla="*/ 51 w 114"/>
                <a:gd name="T31" fmla="*/ 8 h 115"/>
                <a:gd name="T32" fmla="*/ 26 w 114"/>
                <a:gd name="T33" fmla="*/ 51 h 115"/>
                <a:gd name="T34" fmla="*/ 57 w 114"/>
                <a:gd name="T35" fmla="*/ 51 h 115"/>
                <a:gd name="T36" fmla="*/ 49 w 114"/>
                <a:gd name="T37" fmla="*/ 65 h 115"/>
                <a:gd name="T38" fmla="*/ 10 w 114"/>
                <a:gd name="T39" fmla="*/ 65 h 115"/>
                <a:gd name="T40" fmla="*/ 41 w 114"/>
                <a:gd name="T41" fmla="*/ 10 h 115"/>
                <a:gd name="T42" fmla="*/ 7 w 114"/>
                <a:gd name="T43" fmla="*/ 58 h 115"/>
                <a:gd name="T44" fmla="*/ 49 w 114"/>
                <a:gd name="T45" fmla="*/ 107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14" h="115">
                  <a:moveTo>
                    <a:pt x="57" y="0"/>
                  </a:moveTo>
                  <a:cubicBezTo>
                    <a:pt x="88" y="0"/>
                    <a:pt x="114" y="26"/>
                    <a:pt x="114" y="58"/>
                  </a:cubicBezTo>
                  <a:cubicBezTo>
                    <a:pt x="114" y="89"/>
                    <a:pt x="88" y="115"/>
                    <a:pt x="57" y="115"/>
                  </a:cubicBezTo>
                  <a:cubicBezTo>
                    <a:pt x="25" y="115"/>
                    <a:pt x="0" y="89"/>
                    <a:pt x="0" y="58"/>
                  </a:cubicBezTo>
                  <a:cubicBezTo>
                    <a:pt x="0" y="26"/>
                    <a:pt x="25" y="0"/>
                    <a:pt x="57" y="0"/>
                  </a:cubicBezTo>
                  <a:moveTo>
                    <a:pt x="49" y="107"/>
                  </a:moveTo>
                  <a:cubicBezTo>
                    <a:pt x="73" y="65"/>
                    <a:pt x="73" y="65"/>
                    <a:pt x="73" y="65"/>
                  </a:cubicBezTo>
                  <a:cubicBezTo>
                    <a:pt x="57" y="65"/>
                    <a:pt x="57" y="65"/>
                    <a:pt x="57" y="65"/>
                  </a:cubicBezTo>
                  <a:cubicBezTo>
                    <a:pt x="65" y="51"/>
                    <a:pt x="65" y="51"/>
                    <a:pt x="65" y="51"/>
                  </a:cubicBezTo>
                  <a:cubicBezTo>
                    <a:pt x="104" y="51"/>
                    <a:pt x="104" y="51"/>
                    <a:pt x="104" y="51"/>
                  </a:cubicBezTo>
                  <a:cubicBezTo>
                    <a:pt x="96" y="65"/>
                    <a:pt x="96" y="65"/>
                    <a:pt x="96" y="65"/>
                  </a:cubicBezTo>
                  <a:cubicBezTo>
                    <a:pt x="82" y="65"/>
                    <a:pt x="82" y="65"/>
                    <a:pt x="82" y="65"/>
                  </a:cubicBezTo>
                  <a:cubicBezTo>
                    <a:pt x="57" y="108"/>
                    <a:pt x="57" y="108"/>
                    <a:pt x="57" y="108"/>
                  </a:cubicBezTo>
                  <a:cubicBezTo>
                    <a:pt x="84" y="108"/>
                    <a:pt x="107" y="85"/>
                    <a:pt x="107" y="58"/>
                  </a:cubicBezTo>
                  <a:cubicBezTo>
                    <a:pt x="107" y="30"/>
                    <a:pt x="84" y="8"/>
                    <a:pt x="57" y="8"/>
                  </a:cubicBezTo>
                  <a:cubicBezTo>
                    <a:pt x="55" y="8"/>
                    <a:pt x="53" y="8"/>
                    <a:pt x="51" y="8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57" y="51"/>
                    <a:pt x="57" y="51"/>
                    <a:pt x="57" y="51"/>
                  </a:cubicBezTo>
                  <a:cubicBezTo>
                    <a:pt x="49" y="65"/>
                    <a:pt x="49" y="65"/>
                    <a:pt x="49" y="65"/>
                  </a:cubicBezTo>
                  <a:cubicBezTo>
                    <a:pt x="10" y="65"/>
                    <a:pt x="10" y="65"/>
                    <a:pt x="10" y="65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21" y="17"/>
                    <a:pt x="7" y="36"/>
                    <a:pt x="7" y="58"/>
                  </a:cubicBezTo>
                  <a:cubicBezTo>
                    <a:pt x="7" y="83"/>
                    <a:pt x="25" y="103"/>
                    <a:pt x="49" y="10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400"/>
            </a:p>
          </p:txBody>
        </p:sp>
        <p:sp>
          <p:nvSpPr>
            <p:cNvPr id="115" name="Freeform 7"/>
            <p:cNvSpPr>
              <a:spLocks noEditPoints="1"/>
            </p:cNvSpPr>
            <p:nvPr userDrawn="1"/>
          </p:nvSpPr>
          <p:spPr bwMode="gray">
            <a:xfrm>
              <a:off x="457" y="2426"/>
              <a:ext cx="1467" cy="125"/>
            </a:xfrm>
            <a:custGeom>
              <a:avLst/>
              <a:gdLst>
                <a:gd name="T0" fmla="*/ 55 w 621"/>
                <a:gd name="T1" fmla="*/ 34 h 53"/>
                <a:gd name="T2" fmla="*/ 53 w 621"/>
                <a:gd name="T3" fmla="*/ 18 h 53"/>
                <a:gd name="T4" fmla="*/ 35 w 621"/>
                <a:gd name="T5" fmla="*/ 7 h 53"/>
                <a:gd name="T6" fmla="*/ 29 w 621"/>
                <a:gd name="T7" fmla="*/ 38 h 53"/>
                <a:gd name="T8" fmla="*/ 45 w 621"/>
                <a:gd name="T9" fmla="*/ 35 h 53"/>
                <a:gd name="T10" fmla="*/ 40 w 621"/>
                <a:gd name="T11" fmla="*/ 24 h 53"/>
                <a:gd name="T12" fmla="*/ 42 w 621"/>
                <a:gd name="T13" fmla="*/ 9 h 53"/>
                <a:gd name="T14" fmla="*/ 81 w 621"/>
                <a:gd name="T15" fmla="*/ 9 h 53"/>
                <a:gd name="T16" fmla="*/ 139 w 621"/>
                <a:gd name="T17" fmla="*/ 9 h 53"/>
                <a:gd name="T18" fmla="*/ 144 w 621"/>
                <a:gd name="T19" fmla="*/ 13 h 53"/>
                <a:gd name="T20" fmla="*/ 155 w 621"/>
                <a:gd name="T21" fmla="*/ 40 h 53"/>
                <a:gd name="T22" fmla="*/ 145 w 621"/>
                <a:gd name="T23" fmla="*/ 18 h 53"/>
                <a:gd name="T24" fmla="*/ 174 w 621"/>
                <a:gd name="T25" fmla="*/ 13 h 53"/>
                <a:gd name="T26" fmla="*/ 182 w 621"/>
                <a:gd name="T27" fmla="*/ 35 h 53"/>
                <a:gd name="T28" fmla="*/ 181 w 621"/>
                <a:gd name="T29" fmla="*/ 18 h 53"/>
                <a:gd name="T30" fmla="*/ 205 w 621"/>
                <a:gd name="T31" fmla="*/ 18 h 53"/>
                <a:gd name="T32" fmla="*/ 217 w 621"/>
                <a:gd name="T33" fmla="*/ 21 h 53"/>
                <a:gd name="T34" fmla="*/ 187 w 621"/>
                <a:gd name="T35" fmla="*/ 41 h 53"/>
                <a:gd name="T36" fmla="*/ 243 w 621"/>
                <a:gd name="T37" fmla="*/ 22 h 53"/>
                <a:gd name="T38" fmla="*/ 241 w 621"/>
                <a:gd name="T39" fmla="*/ 12 h 53"/>
                <a:gd name="T40" fmla="*/ 269 w 621"/>
                <a:gd name="T41" fmla="*/ 36 h 53"/>
                <a:gd name="T42" fmla="*/ 276 w 621"/>
                <a:gd name="T43" fmla="*/ 20 h 53"/>
                <a:gd name="T44" fmla="*/ 260 w 621"/>
                <a:gd name="T45" fmla="*/ 17 h 53"/>
                <a:gd name="T46" fmla="*/ 284 w 621"/>
                <a:gd name="T47" fmla="*/ 19 h 53"/>
                <a:gd name="T48" fmla="*/ 314 w 621"/>
                <a:gd name="T49" fmla="*/ 35 h 53"/>
                <a:gd name="T50" fmla="*/ 326 w 621"/>
                <a:gd name="T51" fmla="*/ 22 h 53"/>
                <a:gd name="T52" fmla="*/ 305 w 621"/>
                <a:gd name="T53" fmla="*/ 22 h 53"/>
                <a:gd name="T54" fmla="*/ 330 w 621"/>
                <a:gd name="T55" fmla="*/ 15 h 53"/>
                <a:gd name="T56" fmla="*/ 367 w 621"/>
                <a:gd name="T57" fmla="*/ 17 h 53"/>
                <a:gd name="T58" fmla="*/ 340 w 621"/>
                <a:gd name="T59" fmla="*/ 19 h 53"/>
                <a:gd name="T60" fmla="*/ 357 w 621"/>
                <a:gd name="T61" fmla="*/ 36 h 53"/>
                <a:gd name="T62" fmla="*/ 358 w 621"/>
                <a:gd name="T63" fmla="*/ 24 h 53"/>
                <a:gd name="T64" fmla="*/ 346 w 621"/>
                <a:gd name="T65" fmla="*/ 23 h 53"/>
                <a:gd name="T66" fmla="*/ 373 w 621"/>
                <a:gd name="T67" fmla="*/ 47 h 53"/>
                <a:gd name="T68" fmla="*/ 383 w 621"/>
                <a:gd name="T69" fmla="*/ 45 h 53"/>
                <a:gd name="T70" fmla="*/ 430 w 621"/>
                <a:gd name="T71" fmla="*/ 2 h 53"/>
                <a:gd name="T72" fmla="*/ 433 w 621"/>
                <a:gd name="T73" fmla="*/ 27 h 53"/>
                <a:gd name="T74" fmla="*/ 420 w 621"/>
                <a:gd name="T75" fmla="*/ 41 h 53"/>
                <a:gd name="T76" fmla="*/ 433 w 621"/>
                <a:gd name="T77" fmla="*/ 18 h 53"/>
                <a:gd name="T78" fmla="*/ 443 w 621"/>
                <a:gd name="T79" fmla="*/ 10 h 53"/>
                <a:gd name="T80" fmla="*/ 449 w 621"/>
                <a:gd name="T81" fmla="*/ 19 h 53"/>
                <a:gd name="T82" fmla="*/ 466 w 621"/>
                <a:gd name="T83" fmla="*/ 36 h 53"/>
                <a:gd name="T84" fmla="*/ 466 w 621"/>
                <a:gd name="T85" fmla="*/ 19 h 53"/>
                <a:gd name="T86" fmla="*/ 492 w 621"/>
                <a:gd name="T87" fmla="*/ 20 h 53"/>
                <a:gd name="T88" fmla="*/ 488 w 621"/>
                <a:gd name="T89" fmla="*/ 18 h 53"/>
                <a:gd name="T90" fmla="*/ 511 w 621"/>
                <a:gd name="T91" fmla="*/ 33 h 53"/>
                <a:gd name="T92" fmla="*/ 535 w 621"/>
                <a:gd name="T93" fmla="*/ 8 h 53"/>
                <a:gd name="T94" fmla="*/ 546 w 621"/>
                <a:gd name="T95" fmla="*/ 23 h 53"/>
                <a:gd name="T96" fmla="*/ 558 w 621"/>
                <a:gd name="T97" fmla="*/ 36 h 53"/>
                <a:gd name="T98" fmla="*/ 567 w 621"/>
                <a:gd name="T99" fmla="*/ 19 h 53"/>
                <a:gd name="T100" fmla="*/ 571 w 621"/>
                <a:gd name="T101" fmla="*/ 19 h 53"/>
                <a:gd name="T102" fmla="*/ 588 w 621"/>
                <a:gd name="T103" fmla="*/ 36 h 53"/>
                <a:gd name="T104" fmla="*/ 588 w 621"/>
                <a:gd name="T105" fmla="*/ 19 h 53"/>
                <a:gd name="T106" fmla="*/ 604 w 621"/>
                <a:gd name="T107" fmla="*/ 15 h 53"/>
                <a:gd name="T108" fmla="*/ 609 w 621"/>
                <a:gd name="T109" fmla="*/ 36 h 53"/>
                <a:gd name="T110" fmla="*/ 613 w 621"/>
                <a:gd name="T111" fmla="*/ 40 h 53"/>
                <a:gd name="T112" fmla="*/ 609 w 621"/>
                <a:gd name="T113" fmla="*/ 19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21" h="53">
                  <a:moveTo>
                    <a:pt x="0" y="41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8" y="3"/>
                    <a:pt x="8" y="3"/>
                    <a:pt x="8" y="3"/>
                  </a:cubicBezTo>
                  <a:lnTo>
                    <a:pt x="0" y="41"/>
                  </a:lnTo>
                  <a:close/>
                  <a:moveTo>
                    <a:pt x="51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5" y="34"/>
                    <a:pt x="55" y="34"/>
                    <a:pt x="55" y="34"/>
                  </a:cubicBezTo>
                  <a:cubicBezTo>
                    <a:pt x="56" y="33"/>
                    <a:pt x="57" y="32"/>
                    <a:pt x="58" y="30"/>
                  </a:cubicBezTo>
                  <a:cubicBezTo>
                    <a:pt x="59" y="29"/>
                    <a:pt x="60" y="27"/>
                    <a:pt x="60" y="25"/>
                  </a:cubicBezTo>
                  <a:cubicBezTo>
                    <a:pt x="61" y="24"/>
                    <a:pt x="61" y="22"/>
                    <a:pt x="61" y="20"/>
                  </a:cubicBezTo>
                  <a:cubicBezTo>
                    <a:pt x="55" y="20"/>
                    <a:pt x="55" y="20"/>
                    <a:pt x="55" y="20"/>
                  </a:cubicBezTo>
                  <a:cubicBezTo>
                    <a:pt x="55" y="21"/>
                    <a:pt x="55" y="22"/>
                    <a:pt x="54" y="23"/>
                  </a:cubicBezTo>
                  <a:cubicBezTo>
                    <a:pt x="54" y="24"/>
                    <a:pt x="54" y="25"/>
                    <a:pt x="53" y="26"/>
                  </a:cubicBezTo>
                  <a:cubicBezTo>
                    <a:pt x="53" y="27"/>
                    <a:pt x="52" y="28"/>
                    <a:pt x="51" y="29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1"/>
                    <a:pt x="48" y="20"/>
                    <a:pt x="50" y="20"/>
                  </a:cubicBezTo>
                  <a:cubicBezTo>
                    <a:pt x="51" y="19"/>
                    <a:pt x="52" y="18"/>
                    <a:pt x="53" y="18"/>
                  </a:cubicBezTo>
                  <a:cubicBezTo>
                    <a:pt x="54" y="17"/>
                    <a:pt x="55" y="16"/>
                    <a:pt x="55" y="15"/>
                  </a:cubicBezTo>
                  <a:cubicBezTo>
                    <a:pt x="56" y="14"/>
                    <a:pt x="56" y="12"/>
                    <a:pt x="56" y="11"/>
                  </a:cubicBezTo>
                  <a:cubicBezTo>
                    <a:pt x="56" y="10"/>
                    <a:pt x="56" y="8"/>
                    <a:pt x="55" y="7"/>
                  </a:cubicBezTo>
                  <a:cubicBezTo>
                    <a:pt x="55" y="7"/>
                    <a:pt x="54" y="6"/>
                    <a:pt x="53" y="5"/>
                  </a:cubicBezTo>
                  <a:cubicBezTo>
                    <a:pt x="53" y="4"/>
                    <a:pt x="52" y="4"/>
                    <a:pt x="51" y="3"/>
                  </a:cubicBezTo>
                  <a:cubicBezTo>
                    <a:pt x="50" y="3"/>
                    <a:pt x="49" y="3"/>
                    <a:pt x="48" y="2"/>
                  </a:cubicBezTo>
                  <a:cubicBezTo>
                    <a:pt x="47" y="2"/>
                    <a:pt x="46" y="2"/>
                    <a:pt x="45" y="2"/>
                  </a:cubicBezTo>
                  <a:cubicBezTo>
                    <a:pt x="44" y="2"/>
                    <a:pt x="42" y="2"/>
                    <a:pt x="41" y="3"/>
                  </a:cubicBezTo>
                  <a:cubicBezTo>
                    <a:pt x="40" y="3"/>
                    <a:pt x="39" y="4"/>
                    <a:pt x="37" y="4"/>
                  </a:cubicBezTo>
                  <a:cubicBezTo>
                    <a:pt x="36" y="5"/>
                    <a:pt x="35" y="6"/>
                    <a:pt x="35" y="7"/>
                  </a:cubicBezTo>
                  <a:cubicBezTo>
                    <a:pt x="34" y="9"/>
                    <a:pt x="34" y="10"/>
                    <a:pt x="34" y="12"/>
                  </a:cubicBezTo>
                  <a:cubicBezTo>
                    <a:pt x="34" y="13"/>
                    <a:pt x="34" y="14"/>
                    <a:pt x="34" y="15"/>
                  </a:cubicBezTo>
                  <a:cubicBezTo>
                    <a:pt x="34" y="15"/>
                    <a:pt x="35" y="16"/>
                    <a:pt x="35" y="17"/>
                  </a:cubicBezTo>
                  <a:cubicBezTo>
                    <a:pt x="36" y="17"/>
                    <a:pt x="36" y="18"/>
                    <a:pt x="37" y="19"/>
                  </a:cubicBezTo>
                  <a:cubicBezTo>
                    <a:pt x="35" y="19"/>
                    <a:pt x="34" y="20"/>
                    <a:pt x="33" y="21"/>
                  </a:cubicBezTo>
                  <a:cubicBezTo>
                    <a:pt x="31" y="21"/>
                    <a:pt x="30" y="22"/>
                    <a:pt x="29" y="23"/>
                  </a:cubicBezTo>
                  <a:cubicBezTo>
                    <a:pt x="28" y="24"/>
                    <a:pt x="27" y="25"/>
                    <a:pt x="27" y="26"/>
                  </a:cubicBezTo>
                  <a:cubicBezTo>
                    <a:pt x="26" y="28"/>
                    <a:pt x="26" y="29"/>
                    <a:pt x="26" y="31"/>
                  </a:cubicBezTo>
                  <a:cubicBezTo>
                    <a:pt x="26" y="32"/>
                    <a:pt x="26" y="34"/>
                    <a:pt x="27" y="35"/>
                  </a:cubicBezTo>
                  <a:cubicBezTo>
                    <a:pt x="27" y="36"/>
                    <a:pt x="28" y="37"/>
                    <a:pt x="29" y="38"/>
                  </a:cubicBezTo>
                  <a:cubicBezTo>
                    <a:pt x="30" y="39"/>
                    <a:pt x="31" y="39"/>
                    <a:pt x="32" y="40"/>
                  </a:cubicBezTo>
                  <a:cubicBezTo>
                    <a:pt x="33" y="41"/>
                    <a:pt x="34" y="41"/>
                    <a:pt x="35" y="41"/>
                  </a:cubicBezTo>
                  <a:cubicBezTo>
                    <a:pt x="37" y="41"/>
                    <a:pt x="38" y="42"/>
                    <a:pt x="39" y="42"/>
                  </a:cubicBezTo>
                  <a:cubicBezTo>
                    <a:pt x="40" y="42"/>
                    <a:pt x="41" y="42"/>
                    <a:pt x="42" y="41"/>
                  </a:cubicBezTo>
                  <a:cubicBezTo>
                    <a:pt x="43" y="41"/>
                    <a:pt x="44" y="41"/>
                    <a:pt x="45" y="41"/>
                  </a:cubicBezTo>
                  <a:cubicBezTo>
                    <a:pt x="46" y="41"/>
                    <a:pt x="47" y="40"/>
                    <a:pt x="48" y="40"/>
                  </a:cubicBezTo>
                  <a:cubicBezTo>
                    <a:pt x="48" y="40"/>
                    <a:pt x="49" y="39"/>
                    <a:pt x="50" y="39"/>
                  </a:cubicBezTo>
                  <a:lnTo>
                    <a:pt x="51" y="41"/>
                  </a:lnTo>
                  <a:close/>
                  <a:moveTo>
                    <a:pt x="47" y="34"/>
                  </a:moveTo>
                  <a:cubicBezTo>
                    <a:pt x="46" y="34"/>
                    <a:pt x="45" y="35"/>
                    <a:pt x="45" y="35"/>
                  </a:cubicBezTo>
                  <a:cubicBezTo>
                    <a:pt x="44" y="35"/>
                    <a:pt x="43" y="36"/>
                    <a:pt x="42" y="36"/>
                  </a:cubicBezTo>
                  <a:cubicBezTo>
                    <a:pt x="42" y="36"/>
                    <a:pt x="41" y="36"/>
                    <a:pt x="40" y="36"/>
                  </a:cubicBezTo>
                  <a:cubicBezTo>
                    <a:pt x="39" y="36"/>
                    <a:pt x="38" y="36"/>
                    <a:pt x="38" y="36"/>
                  </a:cubicBezTo>
                  <a:cubicBezTo>
                    <a:pt x="37" y="35"/>
                    <a:pt x="36" y="35"/>
                    <a:pt x="35" y="35"/>
                  </a:cubicBezTo>
                  <a:cubicBezTo>
                    <a:pt x="35" y="34"/>
                    <a:pt x="34" y="34"/>
                    <a:pt x="34" y="33"/>
                  </a:cubicBezTo>
                  <a:cubicBezTo>
                    <a:pt x="34" y="32"/>
                    <a:pt x="33" y="31"/>
                    <a:pt x="33" y="30"/>
                  </a:cubicBezTo>
                  <a:cubicBezTo>
                    <a:pt x="33" y="29"/>
                    <a:pt x="34" y="29"/>
                    <a:pt x="34" y="28"/>
                  </a:cubicBezTo>
                  <a:cubicBezTo>
                    <a:pt x="34" y="27"/>
                    <a:pt x="35" y="27"/>
                    <a:pt x="35" y="26"/>
                  </a:cubicBezTo>
                  <a:cubicBezTo>
                    <a:pt x="36" y="25"/>
                    <a:pt x="37" y="25"/>
                    <a:pt x="37" y="25"/>
                  </a:cubicBezTo>
                  <a:cubicBezTo>
                    <a:pt x="38" y="24"/>
                    <a:pt x="39" y="24"/>
                    <a:pt x="40" y="24"/>
                  </a:cubicBezTo>
                  <a:lnTo>
                    <a:pt x="47" y="34"/>
                  </a:lnTo>
                  <a:close/>
                  <a:moveTo>
                    <a:pt x="50" y="11"/>
                  </a:moveTo>
                  <a:cubicBezTo>
                    <a:pt x="50" y="12"/>
                    <a:pt x="49" y="12"/>
                    <a:pt x="49" y="13"/>
                  </a:cubicBezTo>
                  <a:cubicBezTo>
                    <a:pt x="48" y="14"/>
                    <a:pt x="48" y="14"/>
                    <a:pt x="47" y="15"/>
                  </a:cubicBezTo>
                  <a:cubicBezTo>
                    <a:pt x="47" y="15"/>
                    <a:pt x="46" y="16"/>
                    <a:pt x="45" y="16"/>
                  </a:cubicBezTo>
                  <a:cubicBezTo>
                    <a:pt x="44" y="16"/>
                    <a:pt x="44" y="17"/>
                    <a:pt x="43" y="17"/>
                  </a:cubicBezTo>
                  <a:cubicBezTo>
                    <a:pt x="43" y="16"/>
                    <a:pt x="42" y="16"/>
                    <a:pt x="42" y="15"/>
                  </a:cubicBezTo>
                  <a:cubicBezTo>
                    <a:pt x="42" y="15"/>
                    <a:pt x="41" y="14"/>
                    <a:pt x="41" y="14"/>
                  </a:cubicBezTo>
                  <a:cubicBezTo>
                    <a:pt x="41" y="13"/>
                    <a:pt x="41" y="12"/>
                    <a:pt x="41" y="12"/>
                  </a:cubicBezTo>
                  <a:cubicBezTo>
                    <a:pt x="41" y="11"/>
                    <a:pt x="41" y="10"/>
                    <a:pt x="42" y="9"/>
                  </a:cubicBezTo>
                  <a:cubicBezTo>
                    <a:pt x="42" y="9"/>
                    <a:pt x="43" y="8"/>
                    <a:pt x="43" y="8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46" y="7"/>
                    <a:pt x="47" y="7"/>
                    <a:pt x="48" y="8"/>
                  </a:cubicBezTo>
                  <a:cubicBezTo>
                    <a:pt x="48" y="8"/>
                    <a:pt x="49" y="8"/>
                    <a:pt x="49" y="9"/>
                  </a:cubicBezTo>
                  <a:cubicBezTo>
                    <a:pt x="49" y="9"/>
                    <a:pt x="50" y="10"/>
                    <a:pt x="50" y="11"/>
                  </a:cubicBezTo>
                  <a:moveTo>
                    <a:pt x="62" y="9"/>
                  </a:moveTo>
                  <a:cubicBezTo>
                    <a:pt x="73" y="9"/>
                    <a:pt x="73" y="9"/>
                    <a:pt x="73" y="9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81" y="9"/>
                    <a:pt x="81" y="9"/>
                    <a:pt x="81" y="9"/>
                  </a:cubicBezTo>
                  <a:cubicBezTo>
                    <a:pt x="92" y="9"/>
                    <a:pt x="92" y="9"/>
                    <a:pt x="92" y="9"/>
                  </a:cubicBezTo>
                  <a:cubicBezTo>
                    <a:pt x="93" y="3"/>
                    <a:pt x="93" y="3"/>
                    <a:pt x="93" y="3"/>
                  </a:cubicBezTo>
                  <a:cubicBezTo>
                    <a:pt x="64" y="3"/>
                    <a:pt x="64" y="3"/>
                    <a:pt x="64" y="3"/>
                  </a:cubicBezTo>
                  <a:lnTo>
                    <a:pt x="62" y="9"/>
                  </a:lnTo>
                  <a:close/>
                  <a:moveTo>
                    <a:pt x="109" y="9"/>
                  </a:moveTo>
                  <a:cubicBezTo>
                    <a:pt x="120" y="9"/>
                    <a:pt x="120" y="9"/>
                    <a:pt x="120" y="9"/>
                  </a:cubicBezTo>
                  <a:cubicBezTo>
                    <a:pt x="113" y="41"/>
                    <a:pt x="113" y="41"/>
                    <a:pt x="113" y="41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8" y="9"/>
                    <a:pt x="128" y="9"/>
                    <a:pt x="128" y="9"/>
                  </a:cubicBezTo>
                  <a:cubicBezTo>
                    <a:pt x="139" y="9"/>
                    <a:pt x="139" y="9"/>
                    <a:pt x="139" y="9"/>
                  </a:cubicBezTo>
                  <a:cubicBezTo>
                    <a:pt x="140" y="3"/>
                    <a:pt x="140" y="3"/>
                    <a:pt x="140" y="3"/>
                  </a:cubicBezTo>
                  <a:cubicBezTo>
                    <a:pt x="111" y="3"/>
                    <a:pt x="111" y="3"/>
                    <a:pt x="111" y="3"/>
                  </a:cubicBezTo>
                  <a:lnTo>
                    <a:pt x="109" y="9"/>
                  </a:lnTo>
                  <a:close/>
                  <a:moveTo>
                    <a:pt x="160" y="29"/>
                  </a:moveTo>
                  <a:cubicBezTo>
                    <a:pt x="160" y="28"/>
                    <a:pt x="160" y="27"/>
                    <a:pt x="160" y="26"/>
                  </a:cubicBezTo>
                  <a:cubicBezTo>
                    <a:pt x="160" y="25"/>
                    <a:pt x="160" y="24"/>
                    <a:pt x="160" y="23"/>
                  </a:cubicBezTo>
                  <a:cubicBezTo>
                    <a:pt x="160" y="20"/>
                    <a:pt x="160" y="18"/>
                    <a:pt x="159" y="17"/>
                  </a:cubicBezTo>
                  <a:cubicBezTo>
                    <a:pt x="158" y="15"/>
                    <a:pt x="157" y="14"/>
                    <a:pt x="155" y="13"/>
                  </a:cubicBezTo>
                  <a:cubicBezTo>
                    <a:pt x="153" y="12"/>
                    <a:pt x="151" y="12"/>
                    <a:pt x="149" y="12"/>
                  </a:cubicBezTo>
                  <a:cubicBezTo>
                    <a:pt x="147" y="12"/>
                    <a:pt x="145" y="12"/>
                    <a:pt x="144" y="13"/>
                  </a:cubicBezTo>
                  <a:cubicBezTo>
                    <a:pt x="142" y="14"/>
                    <a:pt x="141" y="14"/>
                    <a:pt x="139" y="16"/>
                  </a:cubicBezTo>
                  <a:cubicBezTo>
                    <a:pt x="138" y="17"/>
                    <a:pt x="137" y="18"/>
                    <a:pt x="136" y="19"/>
                  </a:cubicBezTo>
                  <a:cubicBezTo>
                    <a:pt x="135" y="21"/>
                    <a:pt x="134" y="22"/>
                    <a:pt x="134" y="24"/>
                  </a:cubicBezTo>
                  <a:cubicBezTo>
                    <a:pt x="133" y="26"/>
                    <a:pt x="133" y="27"/>
                    <a:pt x="133" y="29"/>
                  </a:cubicBezTo>
                  <a:cubicBezTo>
                    <a:pt x="133" y="31"/>
                    <a:pt x="133" y="33"/>
                    <a:pt x="134" y="35"/>
                  </a:cubicBezTo>
                  <a:cubicBezTo>
                    <a:pt x="134" y="36"/>
                    <a:pt x="135" y="38"/>
                    <a:pt x="137" y="39"/>
                  </a:cubicBezTo>
                  <a:cubicBezTo>
                    <a:pt x="138" y="40"/>
                    <a:pt x="139" y="40"/>
                    <a:pt x="141" y="41"/>
                  </a:cubicBezTo>
                  <a:cubicBezTo>
                    <a:pt x="143" y="41"/>
                    <a:pt x="144" y="42"/>
                    <a:pt x="146" y="42"/>
                  </a:cubicBezTo>
                  <a:cubicBezTo>
                    <a:pt x="148" y="42"/>
                    <a:pt x="149" y="41"/>
                    <a:pt x="151" y="41"/>
                  </a:cubicBezTo>
                  <a:cubicBezTo>
                    <a:pt x="153" y="41"/>
                    <a:pt x="154" y="40"/>
                    <a:pt x="155" y="40"/>
                  </a:cubicBezTo>
                  <a:cubicBezTo>
                    <a:pt x="156" y="34"/>
                    <a:pt x="156" y="34"/>
                    <a:pt x="156" y="34"/>
                  </a:cubicBezTo>
                  <a:cubicBezTo>
                    <a:pt x="155" y="35"/>
                    <a:pt x="154" y="35"/>
                    <a:pt x="152" y="36"/>
                  </a:cubicBezTo>
                  <a:cubicBezTo>
                    <a:pt x="151" y="36"/>
                    <a:pt x="149" y="36"/>
                    <a:pt x="148" y="36"/>
                  </a:cubicBezTo>
                  <a:cubicBezTo>
                    <a:pt x="146" y="36"/>
                    <a:pt x="145" y="36"/>
                    <a:pt x="143" y="36"/>
                  </a:cubicBezTo>
                  <a:cubicBezTo>
                    <a:pt x="142" y="35"/>
                    <a:pt x="141" y="34"/>
                    <a:pt x="141" y="33"/>
                  </a:cubicBezTo>
                  <a:cubicBezTo>
                    <a:pt x="140" y="32"/>
                    <a:pt x="140" y="31"/>
                    <a:pt x="140" y="29"/>
                  </a:cubicBezTo>
                  <a:lnTo>
                    <a:pt x="160" y="29"/>
                  </a:lnTo>
                  <a:close/>
                  <a:moveTo>
                    <a:pt x="141" y="24"/>
                  </a:moveTo>
                  <a:cubicBezTo>
                    <a:pt x="141" y="23"/>
                    <a:pt x="142" y="22"/>
                    <a:pt x="143" y="21"/>
                  </a:cubicBezTo>
                  <a:cubicBezTo>
                    <a:pt x="143" y="20"/>
                    <a:pt x="144" y="19"/>
                    <a:pt x="145" y="18"/>
                  </a:cubicBezTo>
                  <a:cubicBezTo>
                    <a:pt x="146" y="18"/>
                    <a:pt x="147" y="17"/>
                    <a:pt x="149" y="17"/>
                  </a:cubicBezTo>
                  <a:cubicBezTo>
                    <a:pt x="150" y="17"/>
                    <a:pt x="151" y="18"/>
                    <a:pt x="152" y="19"/>
                  </a:cubicBezTo>
                  <a:cubicBezTo>
                    <a:pt x="153" y="19"/>
                    <a:pt x="153" y="21"/>
                    <a:pt x="153" y="22"/>
                  </a:cubicBezTo>
                  <a:cubicBezTo>
                    <a:pt x="153" y="22"/>
                    <a:pt x="153" y="23"/>
                    <a:pt x="153" y="23"/>
                  </a:cubicBezTo>
                  <a:cubicBezTo>
                    <a:pt x="153" y="23"/>
                    <a:pt x="153" y="24"/>
                    <a:pt x="153" y="24"/>
                  </a:cubicBezTo>
                  <a:lnTo>
                    <a:pt x="141" y="24"/>
                  </a:lnTo>
                  <a:close/>
                  <a:moveTo>
                    <a:pt x="188" y="13"/>
                  </a:moveTo>
                  <a:cubicBezTo>
                    <a:pt x="187" y="13"/>
                    <a:pt x="186" y="13"/>
                    <a:pt x="184" y="12"/>
                  </a:cubicBezTo>
                  <a:cubicBezTo>
                    <a:pt x="183" y="12"/>
                    <a:pt x="182" y="12"/>
                    <a:pt x="180" y="12"/>
                  </a:cubicBezTo>
                  <a:cubicBezTo>
                    <a:pt x="178" y="12"/>
                    <a:pt x="176" y="12"/>
                    <a:pt x="174" y="13"/>
                  </a:cubicBezTo>
                  <a:cubicBezTo>
                    <a:pt x="172" y="14"/>
                    <a:pt x="170" y="15"/>
                    <a:pt x="168" y="17"/>
                  </a:cubicBezTo>
                  <a:cubicBezTo>
                    <a:pt x="167" y="19"/>
                    <a:pt x="166" y="20"/>
                    <a:pt x="165" y="23"/>
                  </a:cubicBezTo>
                  <a:cubicBezTo>
                    <a:pt x="164" y="25"/>
                    <a:pt x="164" y="27"/>
                    <a:pt x="164" y="29"/>
                  </a:cubicBezTo>
                  <a:cubicBezTo>
                    <a:pt x="164" y="32"/>
                    <a:pt x="164" y="34"/>
                    <a:pt x="165" y="36"/>
                  </a:cubicBezTo>
                  <a:cubicBezTo>
                    <a:pt x="166" y="38"/>
                    <a:pt x="168" y="39"/>
                    <a:pt x="169" y="40"/>
                  </a:cubicBezTo>
                  <a:cubicBezTo>
                    <a:pt x="171" y="41"/>
                    <a:pt x="173" y="42"/>
                    <a:pt x="176" y="42"/>
                  </a:cubicBezTo>
                  <a:cubicBezTo>
                    <a:pt x="177" y="42"/>
                    <a:pt x="178" y="41"/>
                    <a:pt x="179" y="41"/>
                  </a:cubicBezTo>
                  <a:cubicBezTo>
                    <a:pt x="181" y="41"/>
                    <a:pt x="182" y="41"/>
                    <a:pt x="183" y="40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3" y="35"/>
                    <a:pt x="182" y="35"/>
                    <a:pt x="182" y="35"/>
                  </a:cubicBezTo>
                  <a:cubicBezTo>
                    <a:pt x="181" y="35"/>
                    <a:pt x="180" y="36"/>
                    <a:pt x="180" y="36"/>
                  </a:cubicBezTo>
                  <a:cubicBezTo>
                    <a:pt x="179" y="36"/>
                    <a:pt x="178" y="36"/>
                    <a:pt x="178" y="36"/>
                  </a:cubicBezTo>
                  <a:cubicBezTo>
                    <a:pt x="176" y="36"/>
                    <a:pt x="175" y="36"/>
                    <a:pt x="175" y="35"/>
                  </a:cubicBezTo>
                  <a:cubicBezTo>
                    <a:pt x="174" y="35"/>
                    <a:pt x="173" y="34"/>
                    <a:pt x="173" y="34"/>
                  </a:cubicBezTo>
                  <a:cubicBezTo>
                    <a:pt x="172" y="33"/>
                    <a:pt x="172" y="32"/>
                    <a:pt x="172" y="31"/>
                  </a:cubicBezTo>
                  <a:cubicBezTo>
                    <a:pt x="172" y="30"/>
                    <a:pt x="171" y="29"/>
                    <a:pt x="171" y="29"/>
                  </a:cubicBezTo>
                  <a:cubicBezTo>
                    <a:pt x="171" y="27"/>
                    <a:pt x="172" y="26"/>
                    <a:pt x="172" y="25"/>
                  </a:cubicBezTo>
                  <a:cubicBezTo>
                    <a:pt x="172" y="23"/>
                    <a:pt x="173" y="22"/>
                    <a:pt x="174" y="21"/>
                  </a:cubicBezTo>
                  <a:cubicBezTo>
                    <a:pt x="175" y="20"/>
                    <a:pt x="176" y="19"/>
                    <a:pt x="177" y="19"/>
                  </a:cubicBezTo>
                  <a:cubicBezTo>
                    <a:pt x="178" y="18"/>
                    <a:pt x="179" y="18"/>
                    <a:pt x="181" y="18"/>
                  </a:cubicBezTo>
                  <a:cubicBezTo>
                    <a:pt x="182" y="18"/>
                    <a:pt x="183" y="18"/>
                    <a:pt x="184" y="18"/>
                  </a:cubicBezTo>
                  <a:cubicBezTo>
                    <a:pt x="184" y="18"/>
                    <a:pt x="185" y="19"/>
                    <a:pt x="186" y="19"/>
                  </a:cubicBezTo>
                  <a:lnTo>
                    <a:pt x="188" y="13"/>
                  </a:lnTo>
                  <a:close/>
                  <a:moveTo>
                    <a:pt x="187" y="41"/>
                  </a:moveTo>
                  <a:cubicBezTo>
                    <a:pt x="194" y="41"/>
                    <a:pt x="194" y="41"/>
                    <a:pt x="194" y="41"/>
                  </a:cubicBezTo>
                  <a:cubicBezTo>
                    <a:pt x="197" y="27"/>
                    <a:pt x="197" y="27"/>
                    <a:pt x="197" y="27"/>
                  </a:cubicBezTo>
                  <a:cubicBezTo>
                    <a:pt x="198" y="26"/>
                    <a:pt x="198" y="25"/>
                    <a:pt x="198" y="24"/>
                  </a:cubicBezTo>
                  <a:cubicBezTo>
                    <a:pt x="199" y="22"/>
                    <a:pt x="199" y="22"/>
                    <a:pt x="200" y="21"/>
                  </a:cubicBezTo>
                  <a:cubicBezTo>
                    <a:pt x="200" y="20"/>
                    <a:pt x="201" y="19"/>
                    <a:pt x="202" y="19"/>
                  </a:cubicBezTo>
                  <a:cubicBezTo>
                    <a:pt x="203" y="18"/>
                    <a:pt x="204" y="18"/>
                    <a:pt x="205" y="18"/>
                  </a:cubicBezTo>
                  <a:cubicBezTo>
                    <a:pt x="206" y="18"/>
                    <a:pt x="207" y="18"/>
                    <a:pt x="207" y="18"/>
                  </a:cubicBezTo>
                  <a:cubicBezTo>
                    <a:pt x="208" y="19"/>
                    <a:pt x="208" y="19"/>
                    <a:pt x="209" y="20"/>
                  </a:cubicBezTo>
                  <a:cubicBezTo>
                    <a:pt x="209" y="20"/>
                    <a:pt x="209" y="21"/>
                    <a:pt x="209" y="22"/>
                  </a:cubicBezTo>
                  <a:cubicBezTo>
                    <a:pt x="209" y="23"/>
                    <a:pt x="209" y="24"/>
                    <a:pt x="209" y="25"/>
                  </a:cubicBezTo>
                  <a:cubicBezTo>
                    <a:pt x="209" y="26"/>
                    <a:pt x="209" y="27"/>
                    <a:pt x="208" y="28"/>
                  </a:cubicBezTo>
                  <a:cubicBezTo>
                    <a:pt x="206" y="41"/>
                    <a:pt x="206" y="41"/>
                    <a:pt x="206" y="41"/>
                  </a:cubicBezTo>
                  <a:cubicBezTo>
                    <a:pt x="213" y="41"/>
                    <a:pt x="213" y="41"/>
                    <a:pt x="213" y="41"/>
                  </a:cubicBezTo>
                  <a:cubicBezTo>
                    <a:pt x="216" y="27"/>
                    <a:pt x="216" y="27"/>
                    <a:pt x="216" y="27"/>
                  </a:cubicBezTo>
                  <a:cubicBezTo>
                    <a:pt x="216" y="26"/>
                    <a:pt x="216" y="25"/>
                    <a:pt x="217" y="24"/>
                  </a:cubicBezTo>
                  <a:cubicBezTo>
                    <a:pt x="217" y="23"/>
                    <a:pt x="217" y="22"/>
                    <a:pt x="217" y="21"/>
                  </a:cubicBezTo>
                  <a:cubicBezTo>
                    <a:pt x="217" y="19"/>
                    <a:pt x="217" y="18"/>
                    <a:pt x="216" y="16"/>
                  </a:cubicBezTo>
                  <a:cubicBezTo>
                    <a:pt x="215" y="15"/>
                    <a:pt x="214" y="14"/>
                    <a:pt x="213" y="13"/>
                  </a:cubicBezTo>
                  <a:cubicBezTo>
                    <a:pt x="211" y="12"/>
                    <a:pt x="210" y="12"/>
                    <a:pt x="208" y="12"/>
                  </a:cubicBezTo>
                  <a:cubicBezTo>
                    <a:pt x="207" y="12"/>
                    <a:pt x="206" y="12"/>
                    <a:pt x="205" y="13"/>
                  </a:cubicBezTo>
                  <a:cubicBezTo>
                    <a:pt x="204" y="13"/>
                    <a:pt x="203" y="13"/>
                    <a:pt x="202" y="14"/>
                  </a:cubicBezTo>
                  <a:cubicBezTo>
                    <a:pt x="201" y="14"/>
                    <a:pt x="200" y="15"/>
                    <a:pt x="200" y="15"/>
                  </a:cubicBezTo>
                  <a:cubicBezTo>
                    <a:pt x="200" y="15"/>
                    <a:pt x="200" y="15"/>
                    <a:pt x="200" y="15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196" y="0"/>
                    <a:pt x="196" y="0"/>
                    <a:pt x="196" y="0"/>
                  </a:cubicBezTo>
                  <a:lnTo>
                    <a:pt x="187" y="41"/>
                  </a:lnTo>
                  <a:close/>
                  <a:moveTo>
                    <a:pt x="221" y="41"/>
                  </a:moveTo>
                  <a:cubicBezTo>
                    <a:pt x="228" y="41"/>
                    <a:pt x="228" y="41"/>
                    <a:pt x="228" y="41"/>
                  </a:cubicBezTo>
                  <a:cubicBezTo>
                    <a:pt x="231" y="27"/>
                    <a:pt x="231" y="27"/>
                    <a:pt x="231" y="27"/>
                  </a:cubicBezTo>
                  <a:cubicBezTo>
                    <a:pt x="231" y="26"/>
                    <a:pt x="231" y="25"/>
                    <a:pt x="232" y="24"/>
                  </a:cubicBezTo>
                  <a:cubicBezTo>
                    <a:pt x="232" y="22"/>
                    <a:pt x="233" y="22"/>
                    <a:pt x="233" y="21"/>
                  </a:cubicBezTo>
                  <a:cubicBezTo>
                    <a:pt x="234" y="20"/>
                    <a:pt x="235" y="19"/>
                    <a:pt x="236" y="19"/>
                  </a:cubicBezTo>
                  <a:cubicBezTo>
                    <a:pt x="236" y="18"/>
                    <a:pt x="237" y="18"/>
                    <a:pt x="239" y="18"/>
                  </a:cubicBezTo>
                  <a:cubicBezTo>
                    <a:pt x="240" y="18"/>
                    <a:pt x="240" y="18"/>
                    <a:pt x="241" y="18"/>
                  </a:cubicBezTo>
                  <a:cubicBezTo>
                    <a:pt x="241" y="19"/>
                    <a:pt x="242" y="19"/>
                    <a:pt x="242" y="20"/>
                  </a:cubicBezTo>
                  <a:cubicBezTo>
                    <a:pt x="243" y="20"/>
                    <a:pt x="243" y="21"/>
                    <a:pt x="243" y="22"/>
                  </a:cubicBezTo>
                  <a:cubicBezTo>
                    <a:pt x="243" y="23"/>
                    <a:pt x="243" y="24"/>
                    <a:pt x="242" y="25"/>
                  </a:cubicBezTo>
                  <a:cubicBezTo>
                    <a:pt x="242" y="26"/>
                    <a:pt x="242" y="27"/>
                    <a:pt x="242" y="28"/>
                  </a:cubicBezTo>
                  <a:cubicBezTo>
                    <a:pt x="239" y="41"/>
                    <a:pt x="239" y="41"/>
                    <a:pt x="239" y="41"/>
                  </a:cubicBezTo>
                  <a:cubicBezTo>
                    <a:pt x="247" y="41"/>
                    <a:pt x="247" y="41"/>
                    <a:pt x="247" y="41"/>
                  </a:cubicBezTo>
                  <a:cubicBezTo>
                    <a:pt x="249" y="27"/>
                    <a:pt x="249" y="27"/>
                    <a:pt x="249" y="27"/>
                  </a:cubicBezTo>
                  <a:cubicBezTo>
                    <a:pt x="250" y="26"/>
                    <a:pt x="250" y="25"/>
                    <a:pt x="250" y="24"/>
                  </a:cubicBezTo>
                  <a:cubicBezTo>
                    <a:pt x="250" y="23"/>
                    <a:pt x="250" y="22"/>
                    <a:pt x="250" y="21"/>
                  </a:cubicBezTo>
                  <a:cubicBezTo>
                    <a:pt x="250" y="19"/>
                    <a:pt x="250" y="18"/>
                    <a:pt x="249" y="16"/>
                  </a:cubicBezTo>
                  <a:cubicBezTo>
                    <a:pt x="249" y="15"/>
                    <a:pt x="247" y="14"/>
                    <a:pt x="246" y="13"/>
                  </a:cubicBezTo>
                  <a:cubicBezTo>
                    <a:pt x="245" y="12"/>
                    <a:pt x="243" y="12"/>
                    <a:pt x="241" y="12"/>
                  </a:cubicBezTo>
                  <a:cubicBezTo>
                    <a:pt x="240" y="12"/>
                    <a:pt x="239" y="12"/>
                    <a:pt x="238" y="13"/>
                  </a:cubicBezTo>
                  <a:cubicBezTo>
                    <a:pt x="237" y="13"/>
                    <a:pt x="236" y="13"/>
                    <a:pt x="235" y="14"/>
                  </a:cubicBezTo>
                  <a:cubicBezTo>
                    <a:pt x="235" y="14"/>
                    <a:pt x="234" y="15"/>
                    <a:pt x="233" y="15"/>
                  </a:cubicBezTo>
                  <a:cubicBezTo>
                    <a:pt x="233" y="15"/>
                    <a:pt x="233" y="15"/>
                    <a:pt x="233" y="15"/>
                  </a:cubicBezTo>
                  <a:cubicBezTo>
                    <a:pt x="234" y="13"/>
                    <a:pt x="234" y="13"/>
                    <a:pt x="234" y="13"/>
                  </a:cubicBezTo>
                  <a:cubicBezTo>
                    <a:pt x="226" y="13"/>
                    <a:pt x="226" y="13"/>
                    <a:pt x="226" y="13"/>
                  </a:cubicBezTo>
                  <a:cubicBezTo>
                    <a:pt x="226" y="13"/>
                    <a:pt x="226" y="14"/>
                    <a:pt x="226" y="14"/>
                  </a:cubicBezTo>
                  <a:cubicBezTo>
                    <a:pt x="226" y="15"/>
                    <a:pt x="226" y="16"/>
                    <a:pt x="226" y="17"/>
                  </a:cubicBezTo>
                  <a:lnTo>
                    <a:pt x="221" y="41"/>
                  </a:lnTo>
                  <a:close/>
                  <a:moveTo>
                    <a:pt x="269" y="36"/>
                  </a:moveTo>
                  <a:cubicBezTo>
                    <a:pt x="267" y="36"/>
                    <a:pt x="266" y="36"/>
                    <a:pt x="265" y="35"/>
                  </a:cubicBezTo>
                  <a:cubicBezTo>
                    <a:pt x="264" y="34"/>
                    <a:pt x="264" y="34"/>
                    <a:pt x="263" y="33"/>
                  </a:cubicBezTo>
                  <a:cubicBezTo>
                    <a:pt x="263" y="32"/>
                    <a:pt x="263" y="30"/>
                    <a:pt x="263" y="29"/>
                  </a:cubicBezTo>
                  <a:cubicBezTo>
                    <a:pt x="263" y="28"/>
                    <a:pt x="263" y="27"/>
                    <a:pt x="263" y="26"/>
                  </a:cubicBezTo>
                  <a:cubicBezTo>
                    <a:pt x="263" y="25"/>
                    <a:pt x="264" y="24"/>
                    <a:pt x="264" y="23"/>
                  </a:cubicBezTo>
                  <a:cubicBezTo>
                    <a:pt x="265" y="22"/>
                    <a:pt x="265" y="21"/>
                    <a:pt x="266" y="20"/>
                  </a:cubicBezTo>
                  <a:cubicBezTo>
                    <a:pt x="267" y="20"/>
                    <a:pt x="267" y="19"/>
                    <a:pt x="268" y="18"/>
                  </a:cubicBezTo>
                  <a:cubicBezTo>
                    <a:pt x="269" y="18"/>
                    <a:pt x="270" y="18"/>
                    <a:pt x="271" y="18"/>
                  </a:cubicBezTo>
                  <a:cubicBezTo>
                    <a:pt x="273" y="18"/>
                    <a:pt x="273" y="18"/>
                    <a:pt x="274" y="18"/>
                  </a:cubicBezTo>
                  <a:cubicBezTo>
                    <a:pt x="275" y="19"/>
                    <a:pt x="275" y="19"/>
                    <a:pt x="276" y="20"/>
                  </a:cubicBezTo>
                  <a:cubicBezTo>
                    <a:pt x="276" y="20"/>
                    <a:pt x="277" y="21"/>
                    <a:pt x="277" y="22"/>
                  </a:cubicBezTo>
                  <a:cubicBezTo>
                    <a:pt x="277" y="23"/>
                    <a:pt x="277" y="24"/>
                    <a:pt x="277" y="24"/>
                  </a:cubicBezTo>
                  <a:cubicBezTo>
                    <a:pt x="277" y="25"/>
                    <a:pt x="277" y="26"/>
                    <a:pt x="277" y="28"/>
                  </a:cubicBezTo>
                  <a:cubicBezTo>
                    <a:pt x="277" y="29"/>
                    <a:pt x="276" y="30"/>
                    <a:pt x="276" y="31"/>
                  </a:cubicBezTo>
                  <a:cubicBezTo>
                    <a:pt x="275" y="32"/>
                    <a:pt x="275" y="32"/>
                    <a:pt x="274" y="33"/>
                  </a:cubicBezTo>
                  <a:cubicBezTo>
                    <a:pt x="273" y="34"/>
                    <a:pt x="273" y="35"/>
                    <a:pt x="272" y="35"/>
                  </a:cubicBezTo>
                  <a:cubicBezTo>
                    <a:pt x="271" y="36"/>
                    <a:pt x="270" y="36"/>
                    <a:pt x="269" y="36"/>
                  </a:cubicBezTo>
                  <a:moveTo>
                    <a:pt x="272" y="12"/>
                  </a:moveTo>
                  <a:cubicBezTo>
                    <a:pt x="269" y="12"/>
                    <a:pt x="267" y="12"/>
                    <a:pt x="265" y="13"/>
                  </a:cubicBezTo>
                  <a:cubicBezTo>
                    <a:pt x="263" y="14"/>
                    <a:pt x="261" y="15"/>
                    <a:pt x="260" y="17"/>
                  </a:cubicBezTo>
                  <a:cubicBezTo>
                    <a:pt x="258" y="18"/>
                    <a:pt x="257" y="20"/>
                    <a:pt x="256" y="22"/>
                  </a:cubicBezTo>
                  <a:cubicBezTo>
                    <a:pt x="256" y="24"/>
                    <a:pt x="255" y="26"/>
                    <a:pt x="255" y="29"/>
                  </a:cubicBezTo>
                  <a:cubicBezTo>
                    <a:pt x="255" y="31"/>
                    <a:pt x="256" y="34"/>
                    <a:pt x="257" y="36"/>
                  </a:cubicBezTo>
                  <a:cubicBezTo>
                    <a:pt x="258" y="37"/>
                    <a:pt x="259" y="39"/>
                    <a:pt x="261" y="40"/>
                  </a:cubicBezTo>
                  <a:cubicBezTo>
                    <a:pt x="263" y="41"/>
                    <a:pt x="265" y="42"/>
                    <a:pt x="268" y="42"/>
                  </a:cubicBezTo>
                  <a:cubicBezTo>
                    <a:pt x="270" y="42"/>
                    <a:pt x="273" y="41"/>
                    <a:pt x="275" y="40"/>
                  </a:cubicBezTo>
                  <a:cubicBezTo>
                    <a:pt x="277" y="39"/>
                    <a:pt x="279" y="38"/>
                    <a:pt x="280" y="37"/>
                  </a:cubicBezTo>
                  <a:cubicBezTo>
                    <a:pt x="282" y="35"/>
                    <a:pt x="283" y="33"/>
                    <a:pt x="284" y="31"/>
                  </a:cubicBezTo>
                  <a:cubicBezTo>
                    <a:pt x="284" y="29"/>
                    <a:pt x="285" y="27"/>
                    <a:pt x="285" y="24"/>
                  </a:cubicBezTo>
                  <a:cubicBezTo>
                    <a:pt x="285" y="22"/>
                    <a:pt x="284" y="21"/>
                    <a:pt x="284" y="19"/>
                  </a:cubicBezTo>
                  <a:cubicBezTo>
                    <a:pt x="283" y="18"/>
                    <a:pt x="282" y="16"/>
                    <a:pt x="281" y="15"/>
                  </a:cubicBezTo>
                  <a:cubicBezTo>
                    <a:pt x="280" y="14"/>
                    <a:pt x="279" y="13"/>
                    <a:pt x="277" y="13"/>
                  </a:cubicBezTo>
                  <a:cubicBezTo>
                    <a:pt x="275" y="12"/>
                    <a:pt x="274" y="12"/>
                    <a:pt x="272" y="12"/>
                  </a:cubicBezTo>
                  <a:moveTo>
                    <a:pt x="287" y="41"/>
                  </a:moveTo>
                  <a:cubicBezTo>
                    <a:pt x="295" y="41"/>
                    <a:pt x="295" y="41"/>
                    <a:pt x="295" y="41"/>
                  </a:cubicBezTo>
                  <a:cubicBezTo>
                    <a:pt x="304" y="0"/>
                    <a:pt x="304" y="0"/>
                    <a:pt x="304" y="0"/>
                  </a:cubicBezTo>
                  <a:cubicBezTo>
                    <a:pt x="296" y="0"/>
                    <a:pt x="296" y="0"/>
                    <a:pt x="296" y="0"/>
                  </a:cubicBezTo>
                  <a:lnTo>
                    <a:pt x="287" y="41"/>
                  </a:lnTo>
                  <a:close/>
                  <a:moveTo>
                    <a:pt x="317" y="36"/>
                  </a:moveTo>
                  <a:cubicBezTo>
                    <a:pt x="316" y="36"/>
                    <a:pt x="315" y="36"/>
                    <a:pt x="314" y="35"/>
                  </a:cubicBezTo>
                  <a:cubicBezTo>
                    <a:pt x="313" y="34"/>
                    <a:pt x="312" y="34"/>
                    <a:pt x="312" y="33"/>
                  </a:cubicBezTo>
                  <a:cubicBezTo>
                    <a:pt x="312" y="32"/>
                    <a:pt x="311" y="30"/>
                    <a:pt x="311" y="29"/>
                  </a:cubicBezTo>
                  <a:cubicBezTo>
                    <a:pt x="311" y="28"/>
                    <a:pt x="312" y="27"/>
                    <a:pt x="312" y="26"/>
                  </a:cubicBezTo>
                  <a:cubicBezTo>
                    <a:pt x="312" y="25"/>
                    <a:pt x="312" y="24"/>
                    <a:pt x="313" y="23"/>
                  </a:cubicBezTo>
                  <a:cubicBezTo>
                    <a:pt x="313" y="22"/>
                    <a:pt x="314" y="21"/>
                    <a:pt x="315" y="20"/>
                  </a:cubicBezTo>
                  <a:cubicBezTo>
                    <a:pt x="315" y="20"/>
                    <a:pt x="316" y="19"/>
                    <a:pt x="317" y="18"/>
                  </a:cubicBezTo>
                  <a:cubicBezTo>
                    <a:pt x="318" y="18"/>
                    <a:pt x="319" y="18"/>
                    <a:pt x="320" y="18"/>
                  </a:cubicBezTo>
                  <a:cubicBezTo>
                    <a:pt x="321" y="18"/>
                    <a:pt x="322" y="18"/>
                    <a:pt x="323" y="18"/>
                  </a:cubicBezTo>
                  <a:cubicBezTo>
                    <a:pt x="324" y="19"/>
                    <a:pt x="324" y="19"/>
                    <a:pt x="325" y="20"/>
                  </a:cubicBezTo>
                  <a:cubicBezTo>
                    <a:pt x="325" y="20"/>
                    <a:pt x="325" y="21"/>
                    <a:pt x="326" y="22"/>
                  </a:cubicBezTo>
                  <a:cubicBezTo>
                    <a:pt x="326" y="23"/>
                    <a:pt x="326" y="24"/>
                    <a:pt x="326" y="24"/>
                  </a:cubicBezTo>
                  <a:cubicBezTo>
                    <a:pt x="326" y="25"/>
                    <a:pt x="326" y="26"/>
                    <a:pt x="325" y="28"/>
                  </a:cubicBezTo>
                  <a:cubicBezTo>
                    <a:pt x="325" y="29"/>
                    <a:pt x="325" y="30"/>
                    <a:pt x="324" y="31"/>
                  </a:cubicBezTo>
                  <a:cubicBezTo>
                    <a:pt x="324" y="32"/>
                    <a:pt x="323" y="32"/>
                    <a:pt x="323" y="33"/>
                  </a:cubicBezTo>
                  <a:cubicBezTo>
                    <a:pt x="322" y="34"/>
                    <a:pt x="321" y="35"/>
                    <a:pt x="320" y="35"/>
                  </a:cubicBezTo>
                  <a:cubicBezTo>
                    <a:pt x="319" y="36"/>
                    <a:pt x="318" y="36"/>
                    <a:pt x="317" y="36"/>
                  </a:cubicBezTo>
                  <a:moveTo>
                    <a:pt x="321" y="12"/>
                  </a:moveTo>
                  <a:cubicBezTo>
                    <a:pt x="318" y="12"/>
                    <a:pt x="316" y="12"/>
                    <a:pt x="314" y="13"/>
                  </a:cubicBezTo>
                  <a:cubicBezTo>
                    <a:pt x="312" y="14"/>
                    <a:pt x="310" y="15"/>
                    <a:pt x="309" y="17"/>
                  </a:cubicBezTo>
                  <a:cubicBezTo>
                    <a:pt x="307" y="18"/>
                    <a:pt x="306" y="20"/>
                    <a:pt x="305" y="22"/>
                  </a:cubicBezTo>
                  <a:cubicBezTo>
                    <a:pt x="304" y="24"/>
                    <a:pt x="304" y="26"/>
                    <a:pt x="304" y="29"/>
                  </a:cubicBezTo>
                  <a:cubicBezTo>
                    <a:pt x="304" y="31"/>
                    <a:pt x="304" y="34"/>
                    <a:pt x="305" y="36"/>
                  </a:cubicBezTo>
                  <a:cubicBezTo>
                    <a:pt x="306" y="37"/>
                    <a:pt x="308" y="39"/>
                    <a:pt x="310" y="40"/>
                  </a:cubicBezTo>
                  <a:cubicBezTo>
                    <a:pt x="312" y="41"/>
                    <a:pt x="314" y="42"/>
                    <a:pt x="317" y="42"/>
                  </a:cubicBezTo>
                  <a:cubicBezTo>
                    <a:pt x="319" y="42"/>
                    <a:pt x="321" y="41"/>
                    <a:pt x="323" y="40"/>
                  </a:cubicBezTo>
                  <a:cubicBezTo>
                    <a:pt x="326" y="39"/>
                    <a:pt x="327" y="38"/>
                    <a:pt x="329" y="37"/>
                  </a:cubicBezTo>
                  <a:cubicBezTo>
                    <a:pt x="330" y="35"/>
                    <a:pt x="331" y="33"/>
                    <a:pt x="332" y="31"/>
                  </a:cubicBezTo>
                  <a:cubicBezTo>
                    <a:pt x="333" y="29"/>
                    <a:pt x="333" y="27"/>
                    <a:pt x="333" y="24"/>
                  </a:cubicBezTo>
                  <a:cubicBezTo>
                    <a:pt x="333" y="22"/>
                    <a:pt x="333" y="21"/>
                    <a:pt x="332" y="19"/>
                  </a:cubicBezTo>
                  <a:cubicBezTo>
                    <a:pt x="332" y="18"/>
                    <a:pt x="331" y="16"/>
                    <a:pt x="330" y="15"/>
                  </a:cubicBezTo>
                  <a:cubicBezTo>
                    <a:pt x="329" y="14"/>
                    <a:pt x="327" y="13"/>
                    <a:pt x="326" y="13"/>
                  </a:cubicBezTo>
                  <a:cubicBezTo>
                    <a:pt x="324" y="12"/>
                    <a:pt x="322" y="12"/>
                    <a:pt x="321" y="12"/>
                  </a:cubicBezTo>
                  <a:moveTo>
                    <a:pt x="335" y="51"/>
                  </a:moveTo>
                  <a:cubicBezTo>
                    <a:pt x="337" y="52"/>
                    <a:pt x="339" y="52"/>
                    <a:pt x="341" y="53"/>
                  </a:cubicBezTo>
                  <a:cubicBezTo>
                    <a:pt x="343" y="53"/>
                    <a:pt x="345" y="53"/>
                    <a:pt x="347" y="53"/>
                  </a:cubicBezTo>
                  <a:cubicBezTo>
                    <a:pt x="349" y="53"/>
                    <a:pt x="351" y="53"/>
                    <a:pt x="353" y="52"/>
                  </a:cubicBezTo>
                  <a:cubicBezTo>
                    <a:pt x="355" y="51"/>
                    <a:pt x="357" y="50"/>
                    <a:pt x="358" y="49"/>
                  </a:cubicBezTo>
                  <a:cubicBezTo>
                    <a:pt x="359" y="48"/>
                    <a:pt x="360" y="46"/>
                    <a:pt x="361" y="44"/>
                  </a:cubicBezTo>
                  <a:cubicBezTo>
                    <a:pt x="362" y="42"/>
                    <a:pt x="362" y="40"/>
                    <a:pt x="363" y="38"/>
                  </a:cubicBezTo>
                  <a:cubicBezTo>
                    <a:pt x="367" y="17"/>
                    <a:pt x="367" y="17"/>
                    <a:pt x="367" y="17"/>
                  </a:cubicBezTo>
                  <a:cubicBezTo>
                    <a:pt x="367" y="16"/>
                    <a:pt x="368" y="15"/>
                    <a:pt x="368" y="14"/>
                  </a:cubicBezTo>
                  <a:cubicBezTo>
                    <a:pt x="368" y="14"/>
                    <a:pt x="368" y="13"/>
                    <a:pt x="368" y="13"/>
                  </a:cubicBezTo>
                  <a:cubicBezTo>
                    <a:pt x="361" y="13"/>
                    <a:pt x="361" y="13"/>
                    <a:pt x="361" y="13"/>
                  </a:cubicBezTo>
                  <a:cubicBezTo>
                    <a:pt x="360" y="17"/>
                    <a:pt x="360" y="17"/>
                    <a:pt x="360" y="17"/>
                  </a:cubicBezTo>
                  <a:cubicBezTo>
                    <a:pt x="360" y="16"/>
                    <a:pt x="359" y="15"/>
                    <a:pt x="358" y="14"/>
                  </a:cubicBezTo>
                  <a:cubicBezTo>
                    <a:pt x="357" y="14"/>
                    <a:pt x="356" y="13"/>
                    <a:pt x="355" y="13"/>
                  </a:cubicBezTo>
                  <a:cubicBezTo>
                    <a:pt x="354" y="12"/>
                    <a:pt x="353" y="12"/>
                    <a:pt x="352" y="12"/>
                  </a:cubicBezTo>
                  <a:cubicBezTo>
                    <a:pt x="350" y="12"/>
                    <a:pt x="348" y="12"/>
                    <a:pt x="347" y="13"/>
                  </a:cubicBezTo>
                  <a:cubicBezTo>
                    <a:pt x="345" y="14"/>
                    <a:pt x="344" y="14"/>
                    <a:pt x="343" y="16"/>
                  </a:cubicBezTo>
                  <a:cubicBezTo>
                    <a:pt x="341" y="17"/>
                    <a:pt x="341" y="18"/>
                    <a:pt x="340" y="19"/>
                  </a:cubicBezTo>
                  <a:cubicBezTo>
                    <a:pt x="339" y="21"/>
                    <a:pt x="338" y="22"/>
                    <a:pt x="338" y="24"/>
                  </a:cubicBezTo>
                  <a:cubicBezTo>
                    <a:pt x="338" y="26"/>
                    <a:pt x="337" y="27"/>
                    <a:pt x="337" y="29"/>
                  </a:cubicBezTo>
                  <a:cubicBezTo>
                    <a:pt x="337" y="31"/>
                    <a:pt x="338" y="32"/>
                    <a:pt x="338" y="33"/>
                  </a:cubicBezTo>
                  <a:cubicBezTo>
                    <a:pt x="338" y="35"/>
                    <a:pt x="339" y="36"/>
                    <a:pt x="340" y="37"/>
                  </a:cubicBezTo>
                  <a:cubicBezTo>
                    <a:pt x="340" y="38"/>
                    <a:pt x="341" y="39"/>
                    <a:pt x="343" y="40"/>
                  </a:cubicBezTo>
                  <a:cubicBezTo>
                    <a:pt x="344" y="41"/>
                    <a:pt x="345" y="41"/>
                    <a:pt x="347" y="41"/>
                  </a:cubicBezTo>
                  <a:cubicBezTo>
                    <a:pt x="349" y="41"/>
                    <a:pt x="350" y="41"/>
                    <a:pt x="351" y="40"/>
                  </a:cubicBezTo>
                  <a:cubicBezTo>
                    <a:pt x="352" y="40"/>
                    <a:pt x="353" y="39"/>
                    <a:pt x="354" y="38"/>
                  </a:cubicBezTo>
                  <a:cubicBezTo>
                    <a:pt x="355" y="38"/>
                    <a:pt x="356" y="37"/>
                    <a:pt x="357" y="36"/>
                  </a:cubicBezTo>
                  <a:cubicBezTo>
                    <a:pt x="357" y="36"/>
                    <a:pt x="357" y="36"/>
                    <a:pt x="357" y="36"/>
                  </a:cubicBezTo>
                  <a:cubicBezTo>
                    <a:pt x="356" y="37"/>
                    <a:pt x="356" y="38"/>
                    <a:pt x="356" y="39"/>
                  </a:cubicBezTo>
                  <a:cubicBezTo>
                    <a:pt x="355" y="40"/>
                    <a:pt x="355" y="41"/>
                    <a:pt x="354" y="42"/>
                  </a:cubicBezTo>
                  <a:cubicBezTo>
                    <a:pt x="354" y="43"/>
                    <a:pt x="353" y="44"/>
                    <a:pt x="353" y="45"/>
                  </a:cubicBezTo>
                  <a:cubicBezTo>
                    <a:pt x="352" y="46"/>
                    <a:pt x="351" y="46"/>
                    <a:pt x="350" y="47"/>
                  </a:cubicBezTo>
                  <a:cubicBezTo>
                    <a:pt x="349" y="47"/>
                    <a:pt x="348" y="47"/>
                    <a:pt x="346" y="47"/>
                  </a:cubicBezTo>
                  <a:cubicBezTo>
                    <a:pt x="345" y="47"/>
                    <a:pt x="344" y="47"/>
                    <a:pt x="343" y="47"/>
                  </a:cubicBezTo>
                  <a:cubicBezTo>
                    <a:pt x="342" y="47"/>
                    <a:pt x="341" y="47"/>
                    <a:pt x="340" y="46"/>
                  </a:cubicBezTo>
                  <a:cubicBezTo>
                    <a:pt x="339" y="46"/>
                    <a:pt x="338" y="46"/>
                    <a:pt x="337" y="45"/>
                  </a:cubicBezTo>
                  <a:lnTo>
                    <a:pt x="335" y="51"/>
                  </a:lnTo>
                  <a:close/>
                  <a:moveTo>
                    <a:pt x="358" y="24"/>
                  </a:moveTo>
                  <a:cubicBezTo>
                    <a:pt x="358" y="25"/>
                    <a:pt x="358" y="26"/>
                    <a:pt x="358" y="27"/>
                  </a:cubicBezTo>
                  <a:cubicBezTo>
                    <a:pt x="357" y="28"/>
                    <a:pt x="357" y="29"/>
                    <a:pt x="357" y="30"/>
                  </a:cubicBezTo>
                  <a:cubicBezTo>
                    <a:pt x="356" y="31"/>
                    <a:pt x="356" y="32"/>
                    <a:pt x="355" y="33"/>
                  </a:cubicBezTo>
                  <a:cubicBezTo>
                    <a:pt x="354" y="33"/>
                    <a:pt x="354" y="34"/>
                    <a:pt x="353" y="35"/>
                  </a:cubicBezTo>
                  <a:cubicBezTo>
                    <a:pt x="352" y="35"/>
                    <a:pt x="351" y="35"/>
                    <a:pt x="350" y="35"/>
                  </a:cubicBezTo>
                  <a:cubicBezTo>
                    <a:pt x="349" y="35"/>
                    <a:pt x="348" y="35"/>
                    <a:pt x="347" y="34"/>
                  </a:cubicBezTo>
                  <a:cubicBezTo>
                    <a:pt x="346" y="34"/>
                    <a:pt x="346" y="33"/>
                    <a:pt x="345" y="32"/>
                  </a:cubicBezTo>
                  <a:cubicBezTo>
                    <a:pt x="345" y="31"/>
                    <a:pt x="345" y="30"/>
                    <a:pt x="345" y="29"/>
                  </a:cubicBezTo>
                  <a:cubicBezTo>
                    <a:pt x="345" y="28"/>
                    <a:pt x="345" y="27"/>
                    <a:pt x="345" y="26"/>
                  </a:cubicBezTo>
                  <a:cubicBezTo>
                    <a:pt x="345" y="25"/>
                    <a:pt x="346" y="24"/>
                    <a:pt x="346" y="23"/>
                  </a:cubicBezTo>
                  <a:cubicBezTo>
                    <a:pt x="347" y="22"/>
                    <a:pt x="347" y="21"/>
                    <a:pt x="348" y="20"/>
                  </a:cubicBezTo>
                  <a:cubicBezTo>
                    <a:pt x="348" y="20"/>
                    <a:pt x="349" y="19"/>
                    <a:pt x="350" y="18"/>
                  </a:cubicBezTo>
                  <a:cubicBezTo>
                    <a:pt x="351" y="18"/>
                    <a:pt x="352" y="18"/>
                    <a:pt x="353" y="18"/>
                  </a:cubicBezTo>
                  <a:cubicBezTo>
                    <a:pt x="354" y="18"/>
                    <a:pt x="355" y="18"/>
                    <a:pt x="356" y="19"/>
                  </a:cubicBezTo>
                  <a:cubicBezTo>
                    <a:pt x="356" y="19"/>
                    <a:pt x="357" y="20"/>
                    <a:pt x="357" y="21"/>
                  </a:cubicBezTo>
                  <a:cubicBezTo>
                    <a:pt x="358" y="22"/>
                    <a:pt x="358" y="23"/>
                    <a:pt x="358" y="24"/>
                  </a:cubicBezTo>
                  <a:moveTo>
                    <a:pt x="372" y="13"/>
                  </a:moveTo>
                  <a:cubicBezTo>
                    <a:pt x="377" y="42"/>
                    <a:pt x="377" y="42"/>
                    <a:pt x="377" y="42"/>
                  </a:cubicBezTo>
                  <a:cubicBezTo>
                    <a:pt x="376" y="44"/>
                    <a:pt x="375" y="45"/>
                    <a:pt x="375" y="45"/>
                  </a:cubicBezTo>
                  <a:cubicBezTo>
                    <a:pt x="374" y="46"/>
                    <a:pt x="373" y="47"/>
                    <a:pt x="373" y="47"/>
                  </a:cubicBezTo>
                  <a:cubicBezTo>
                    <a:pt x="372" y="47"/>
                    <a:pt x="371" y="47"/>
                    <a:pt x="371" y="47"/>
                  </a:cubicBezTo>
                  <a:cubicBezTo>
                    <a:pt x="370" y="47"/>
                    <a:pt x="369" y="47"/>
                    <a:pt x="369" y="47"/>
                  </a:cubicBezTo>
                  <a:cubicBezTo>
                    <a:pt x="368" y="47"/>
                    <a:pt x="368" y="47"/>
                    <a:pt x="367" y="47"/>
                  </a:cubicBezTo>
                  <a:cubicBezTo>
                    <a:pt x="366" y="52"/>
                    <a:pt x="366" y="52"/>
                    <a:pt x="366" y="52"/>
                  </a:cubicBezTo>
                  <a:cubicBezTo>
                    <a:pt x="367" y="53"/>
                    <a:pt x="368" y="53"/>
                    <a:pt x="369" y="53"/>
                  </a:cubicBezTo>
                  <a:cubicBezTo>
                    <a:pt x="369" y="53"/>
                    <a:pt x="370" y="53"/>
                    <a:pt x="371" y="53"/>
                  </a:cubicBezTo>
                  <a:cubicBezTo>
                    <a:pt x="373" y="53"/>
                    <a:pt x="374" y="53"/>
                    <a:pt x="375" y="52"/>
                  </a:cubicBezTo>
                  <a:cubicBezTo>
                    <a:pt x="377" y="52"/>
                    <a:pt x="378" y="51"/>
                    <a:pt x="378" y="51"/>
                  </a:cubicBezTo>
                  <a:cubicBezTo>
                    <a:pt x="379" y="50"/>
                    <a:pt x="380" y="49"/>
                    <a:pt x="381" y="48"/>
                  </a:cubicBezTo>
                  <a:cubicBezTo>
                    <a:pt x="381" y="47"/>
                    <a:pt x="382" y="46"/>
                    <a:pt x="383" y="45"/>
                  </a:cubicBezTo>
                  <a:cubicBezTo>
                    <a:pt x="402" y="13"/>
                    <a:pt x="402" y="13"/>
                    <a:pt x="402" y="13"/>
                  </a:cubicBezTo>
                  <a:cubicBezTo>
                    <a:pt x="394" y="13"/>
                    <a:pt x="394" y="13"/>
                    <a:pt x="394" y="13"/>
                  </a:cubicBezTo>
                  <a:cubicBezTo>
                    <a:pt x="382" y="34"/>
                    <a:pt x="382" y="34"/>
                    <a:pt x="382" y="34"/>
                  </a:cubicBezTo>
                  <a:cubicBezTo>
                    <a:pt x="382" y="34"/>
                    <a:pt x="382" y="34"/>
                    <a:pt x="382" y="34"/>
                  </a:cubicBezTo>
                  <a:cubicBezTo>
                    <a:pt x="380" y="13"/>
                    <a:pt x="380" y="13"/>
                    <a:pt x="380" y="13"/>
                  </a:cubicBezTo>
                  <a:lnTo>
                    <a:pt x="372" y="13"/>
                  </a:lnTo>
                  <a:close/>
                  <a:moveTo>
                    <a:pt x="445" y="4"/>
                  </a:moveTo>
                  <a:cubicBezTo>
                    <a:pt x="443" y="3"/>
                    <a:pt x="441" y="3"/>
                    <a:pt x="440" y="2"/>
                  </a:cubicBezTo>
                  <a:cubicBezTo>
                    <a:pt x="438" y="2"/>
                    <a:pt x="436" y="2"/>
                    <a:pt x="435" y="2"/>
                  </a:cubicBezTo>
                  <a:cubicBezTo>
                    <a:pt x="433" y="2"/>
                    <a:pt x="432" y="2"/>
                    <a:pt x="430" y="2"/>
                  </a:cubicBezTo>
                  <a:cubicBezTo>
                    <a:pt x="429" y="3"/>
                    <a:pt x="428" y="3"/>
                    <a:pt x="426" y="4"/>
                  </a:cubicBezTo>
                  <a:cubicBezTo>
                    <a:pt x="425" y="4"/>
                    <a:pt x="424" y="5"/>
                    <a:pt x="423" y="6"/>
                  </a:cubicBezTo>
                  <a:cubicBezTo>
                    <a:pt x="422" y="7"/>
                    <a:pt x="422" y="8"/>
                    <a:pt x="421" y="9"/>
                  </a:cubicBezTo>
                  <a:cubicBezTo>
                    <a:pt x="421" y="11"/>
                    <a:pt x="420" y="12"/>
                    <a:pt x="420" y="14"/>
                  </a:cubicBezTo>
                  <a:cubicBezTo>
                    <a:pt x="420" y="15"/>
                    <a:pt x="421" y="16"/>
                    <a:pt x="421" y="17"/>
                  </a:cubicBezTo>
                  <a:cubicBezTo>
                    <a:pt x="422" y="18"/>
                    <a:pt x="422" y="19"/>
                    <a:pt x="423" y="20"/>
                  </a:cubicBezTo>
                  <a:cubicBezTo>
                    <a:pt x="424" y="21"/>
                    <a:pt x="425" y="21"/>
                    <a:pt x="425" y="22"/>
                  </a:cubicBezTo>
                  <a:cubicBezTo>
                    <a:pt x="426" y="23"/>
                    <a:pt x="427" y="23"/>
                    <a:pt x="428" y="24"/>
                  </a:cubicBezTo>
                  <a:cubicBezTo>
                    <a:pt x="429" y="24"/>
                    <a:pt x="430" y="25"/>
                    <a:pt x="431" y="25"/>
                  </a:cubicBezTo>
                  <a:cubicBezTo>
                    <a:pt x="432" y="26"/>
                    <a:pt x="432" y="26"/>
                    <a:pt x="433" y="27"/>
                  </a:cubicBezTo>
                  <a:cubicBezTo>
                    <a:pt x="433" y="28"/>
                    <a:pt x="433" y="29"/>
                    <a:pt x="433" y="30"/>
                  </a:cubicBezTo>
                  <a:cubicBezTo>
                    <a:pt x="433" y="31"/>
                    <a:pt x="433" y="31"/>
                    <a:pt x="433" y="32"/>
                  </a:cubicBezTo>
                  <a:cubicBezTo>
                    <a:pt x="432" y="33"/>
                    <a:pt x="432" y="34"/>
                    <a:pt x="431" y="34"/>
                  </a:cubicBezTo>
                  <a:cubicBezTo>
                    <a:pt x="430" y="35"/>
                    <a:pt x="430" y="35"/>
                    <a:pt x="429" y="35"/>
                  </a:cubicBezTo>
                  <a:cubicBezTo>
                    <a:pt x="428" y="35"/>
                    <a:pt x="427" y="36"/>
                    <a:pt x="426" y="36"/>
                  </a:cubicBezTo>
                  <a:cubicBezTo>
                    <a:pt x="425" y="36"/>
                    <a:pt x="424" y="35"/>
                    <a:pt x="423" y="35"/>
                  </a:cubicBezTo>
                  <a:cubicBezTo>
                    <a:pt x="422" y="35"/>
                    <a:pt x="421" y="35"/>
                    <a:pt x="420" y="34"/>
                  </a:cubicBezTo>
                  <a:cubicBezTo>
                    <a:pt x="419" y="34"/>
                    <a:pt x="418" y="33"/>
                    <a:pt x="417" y="33"/>
                  </a:cubicBezTo>
                  <a:cubicBezTo>
                    <a:pt x="415" y="39"/>
                    <a:pt x="415" y="39"/>
                    <a:pt x="415" y="39"/>
                  </a:cubicBezTo>
                  <a:cubicBezTo>
                    <a:pt x="417" y="40"/>
                    <a:pt x="418" y="41"/>
                    <a:pt x="420" y="41"/>
                  </a:cubicBezTo>
                  <a:cubicBezTo>
                    <a:pt x="422" y="41"/>
                    <a:pt x="424" y="42"/>
                    <a:pt x="426" y="42"/>
                  </a:cubicBezTo>
                  <a:cubicBezTo>
                    <a:pt x="427" y="42"/>
                    <a:pt x="429" y="41"/>
                    <a:pt x="431" y="41"/>
                  </a:cubicBezTo>
                  <a:cubicBezTo>
                    <a:pt x="432" y="41"/>
                    <a:pt x="434" y="40"/>
                    <a:pt x="435" y="40"/>
                  </a:cubicBezTo>
                  <a:cubicBezTo>
                    <a:pt x="436" y="39"/>
                    <a:pt x="437" y="38"/>
                    <a:pt x="438" y="37"/>
                  </a:cubicBezTo>
                  <a:cubicBezTo>
                    <a:pt x="439" y="36"/>
                    <a:pt x="440" y="35"/>
                    <a:pt x="441" y="34"/>
                  </a:cubicBezTo>
                  <a:cubicBezTo>
                    <a:pt x="441" y="32"/>
                    <a:pt x="441" y="31"/>
                    <a:pt x="441" y="29"/>
                  </a:cubicBezTo>
                  <a:cubicBezTo>
                    <a:pt x="441" y="27"/>
                    <a:pt x="441" y="26"/>
                    <a:pt x="441" y="25"/>
                  </a:cubicBezTo>
                  <a:cubicBezTo>
                    <a:pt x="440" y="24"/>
                    <a:pt x="440" y="23"/>
                    <a:pt x="439" y="22"/>
                  </a:cubicBezTo>
                  <a:cubicBezTo>
                    <a:pt x="438" y="21"/>
                    <a:pt x="437" y="20"/>
                    <a:pt x="436" y="20"/>
                  </a:cubicBezTo>
                  <a:cubicBezTo>
                    <a:pt x="435" y="19"/>
                    <a:pt x="434" y="19"/>
                    <a:pt x="433" y="18"/>
                  </a:cubicBezTo>
                  <a:cubicBezTo>
                    <a:pt x="433" y="18"/>
                    <a:pt x="432" y="17"/>
                    <a:pt x="431" y="16"/>
                  </a:cubicBezTo>
                  <a:cubicBezTo>
                    <a:pt x="430" y="16"/>
                    <a:pt x="430" y="15"/>
                    <a:pt x="429" y="15"/>
                  </a:cubicBezTo>
                  <a:cubicBezTo>
                    <a:pt x="429" y="14"/>
                    <a:pt x="428" y="13"/>
                    <a:pt x="428" y="12"/>
                  </a:cubicBezTo>
                  <a:cubicBezTo>
                    <a:pt x="428" y="12"/>
                    <a:pt x="429" y="11"/>
                    <a:pt x="429" y="10"/>
                  </a:cubicBezTo>
                  <a:cubicBezTo>
                    <a:pt x="429" y="10"/>
                    <a:pt x="430" y="9"/>
                    <a:pt x="431" y="9"/>
                  </a:cubicBezTo>
                  <a:cubicBezTo>
                    <a:pt x="431" y="9"/>
                    <a:pt x="432" y="8"/>
                    <a:pt x="433" y="8"/>
                  </a:cubicBezTo>
                  <a:cubicBezTo>
                    <a:pt x="433" y="8"/>
                    <a:pt x="434" y="8"/>
                    <a:pt x="435" y="8"/>
                  </a:cubicBezTo>
                  <a:cubicBezTo>
                    <a:pt x="436" y="8"/>
                    <a:pt x="437" y="8"/>
                    <a:pt x="438" y="8"/>
                  </a:cubicBezTo>
                  <a:cubicBezTo>
                    <a:pt x="439" y="8"/>
                    <a:pt x="439" y="9"/>
                    <a:pt x="440" y="9"/>
                  </a:cubicBezTo>
                  <a:cubicBezTo>
                    <a:pt x="441" y="9"/>
                    <a:pt x="442" y="10"/>
                    <a:pt x="443" y="10"/>
                  </a:cubicBezTo>
                  <a:lnTo>
                    <a:pt x="445" y="4"/>
                  </a:lnTo>
                  <a:close/>
                  <a:moveTo>
                    <a:pt x="473" y="29"/>
                  </a:moveTo>
                  <a:cubicBezTo>
                    <a:pt x="474" y="28"/>
                    <a:pt x="474" y="27"/>
                    <a:pt x="474" y="26"/>
                  </a:cubicBezTo>
                  <a:cubicBezTo>
                    <a:pt x="474" y="25"/>
                    <a:pt x="474" y="24"/>
                    <a:pt x="474" y="23"/>
                  </a:cubicBezTo>
                  <a:cubicBezTo>
                    <a:pt x="474" y="20"/>
                    <a:pt x="474" y="18"/>
                    <a:pt x="473" y="17"/>
                  </a:cubicBezTo>
                  <a:cubicBezTo>
                    <a:pt x="472" y="15"/>
                    <a:pt x="470" y="14"/>
                    <a:pt x="469" y="13"/>
                  </a:cubicBezTo>
                  <a:cubicBezTo>
                    <a:pt x="467" y="12"/>
                    <a:pt x="465" y="12"/>
                    <a:pt x="462" y="12"/>
                  </a:cubicBezTo>
                  <a:cubicBezTo>
                    <a:pt x="461" y="12"/>
                    <a:pt x="459" y="12"/>
                    <a:pt x="457" y="13"/>
                  </a:cubicBezTo>
                  <a:cubicBezTo>
                    <a:pt x="456" y="14"/>
                    <a:pt x="454" y="14"/>
                    <a:pt x="453" y="16"/>
                  </a:cubicBezTo>
                  <a:cubicBezTo>
                    <a:pt x="452" y="17"/>
                    <a:pt x="450" y="18"/>
                    <a:pt x="449" y="19"/>
                  </a:cubicBezTo>
                  <a:cubicBezTo>
                    <a:pt x="448" y="21"/>
                    <a:pt x="448" y="22"/>
                    <a:pt x="447" y="24"/>
                  </a:cubicBezTo>
                  <a:cubicBezTo>
                    <a:pt x="447" y="26"/>
                    <a:pt x="446" y="27"/>
                    <a:pt x="446" y="29"/>
                  </a:cubicBezTo>
                  <a:cubicBezTo>
                    <a:pt x="446" y="31"/>
                    <a:pt x="447" y="33"/>
                    <a:pt x="447" y="35"/>
                  </a:cubicBezTo>
                  <a:cubicBezTo>
                    <a:pt x="448" y="36"/>
                    <a:pt x="449" y="38"/>
                    <a:pt x="450" y="39"/>
                  </a:cubicBezTo>
                  <a:cubicBezTo>
                    <a:pt x="451" y="40"/>
                    <a:pt x="453" y="40"/>
                    <a:pt x="454" y="41"/>
                  </a:cubicBezTo>
                  <a:cubicBezTo>
                    <a:pt x="456" y="41"/>
                    <a:pt x="458" y="42"/>
                    <a:pt x="460" y="42"/>
                  </a:cubicBezTo>
                  <a:cubicBezTo>
                    <a:pt x="462" y="42"/>
                    <a:pt x="463" y="41"/>
                    <a:pt x="465" y="41"/>
                  </a:cubicBezTo>
                  <a:cubicBezTo>
                    <a:pt x="466" y="41"/>
                    <a:pt x="468" y="40"/>
                    <a:pt x="469" y="40"/>
                  </a:cubicBezTo>
                  <a:cubicBezTo>
                    <a:pt x="470" y="34"/>
                    <a:pt x="470" y="34"/>
                    <a:pt x="470" y="34"/>
                  </a:cubicBezTo>
                  <a:cubicBezTo>
                    <a:pt x="469" y="35"/>
                    <a:pt x="467" y="35"/>
                    <a:pt x="466" y="36"/>
                  </a:cubicBezTo>
                  <a:cubicBezTo>
                    <a:pt x="464" y="36"/>
                    <a:pt x="463" y="36"/>
                    <a:pt x="461" y="36"/>
                  </a:cubicBezTo>
                  <a:cubicBezTo>
                    <a:pt x="460" y="36"/>
                    <a:pt x="458" y="36"/>
                    <a:pt x="457" y="36"/>
                  </a:cubicBezTo>
                  <a:cubicBezTo>
                    <a:pt x="456" y="35"/>
                    <a:pt x="455" y="34"/>
                    <a:pt x="454" y="33"/>
                  </a:cubicBezTo>
                  <a:cubicBezTo>
                    <a:pt x="454" y="32"/>
                    <a:pt x="453" y="31"/>
                    <a:pt x="453" y="29"/>
                  </a:cubicBezTo>
                  <a:lnTo>
                    <a:pt x="473" y="29"/>
                  </a:lnTo>
                  <a:close/>
                  <a:moveTo>
                    <a:pt x="454" y="24"/>
                  </a:moveTo>
                  <a:cubicBezTo>
                    <a:pt x="455" y="23"/>
                    <a:pt x="455" y="22"/>
                    <a:pt x="456" y="21"/>
                  </a:cubicBezTo>
                  <a:cubicBezTo>
                    <a:pt x="457" y="20"/>
                    <a:pt x="458" y="19"/>
                    <a:pt x="459" y="18"/>
                  </a:cubicBezTo>
                  <a:cubicBezTo>
                    <a:pt x="460" y="18"/>
                    <a:pt x="461" y="17"/>
                    <a:pt x="462" y="17"/>
                  </a:cubicBezTo>
                  <a:cubicBezTo>
                    <a:pt x="464" y="17"/>
                    <a:pt x="465" y="18"/>
                    <a:pt x="466" y="19"/>
                  </a:cubicBezTo>
                  <a:cubicBezTo>
                    <a:pt x="467" y="19"/>
                    <a:pt x="467" y="21"/>
                    <a:pt x="467" y="22"/>
                  </a:cubicBezTo>
                  <a:cubicBezTo>
                    <a:pt x="467" y="22"/>
                    <a:pt x="467" y="23"/>
                    <a:pt x="467" y="23"/>
                  </a:cubicBezTo>
                  <a:cubicBezTo>
                    <a:pt x="467" y="23"/>
                    <a:pt x="467" y="24"/>
                    <a:pt x="467" y="24"/>
                  </a:cubicBezTo>
                  <a:lnTo>
                    <a:pt x="454" y="24"/>
                  </a:lnTo>
                  <a:close/>
                  <a:moveTo>
                    <a:pt x="476" y="41"/>
                  </a:moveTo>
                  <a:cubicBezTo>
                    <a:pt x="484" y="41"/>
                    <a:pt x="484" y="41"/>
                    <a:pt x="484" y="41"/>
                  </a:cubicBezTo>
                  <a:cubicBezTo>
                    <a:pt x="486" y="28"/>
                    <a:pt x="486" y="28"/>
                    <a:pt x="486" y="28"/>
                  </a:cubicBezTo>
                  <a:cubicBezTo>
                    <a:pt x="487" y="27"/>
                    <a:pt x="487" y="26"/>
                    <a:pt x="487" y="25"/>
                  </a:cubicBezTo>
                  <a:cubicBezTo>
                    <a:pt x="488" y="24"/>
                    <a:pt x="488" y="23"/>
                    <a:pt x="489" y="22"/>
                  </a:cubicBezTo>
                  <a:cubicBezTo>
                    <a:pt x="490" y="21"/>
                    <a:pt x="491" y="20"/>
                    <a:pt x="492" y="20"/>
                  </a:cubicBezTo>
                  <a:cubicBezTo>
                    <a:pt x="492" y="19"/>
                    <a:pt x="494" y="19"/>
                    <a:pt x="495" y="19"/>
                  </a:cubicBezTo>
                  <a:cubicBezTo>
                    <a:pt x="495" y="19"/>
                    <a:pt x="496" y="19"/>
                    <a:pt x="496" y="19"/>
                  </a:cubicBezTo>
                  <a:cubicBezTo>
                    <a:pt x="497" y="19"/>
                    <a:pt x="497" y="19"/>
                    <a:pt x="498" y="19"/>
                  </a:cubicBezTo>
                  <a:cubicBezTo>
                    <a:pt x="499" y="12"/>
                    <a:pt x="499" y="12"/>
                    <a:pt x="499" y="12"/>
                  </a:cubicBezTo>
                  <a:cubicBezTo>
                    <a:pt x="499" y="12"/>
                    <a:pt x="498" y="12"/>
                    <a:pt x="498" y="12"/>
                  </a:cubicBezTo>
                  <a:cubicBezTo>
                    <a:pt x="497" y="12"/>
                    <a:pt x="497" y="12"/>
                    <a:pt x="496" y="12"/>
                  </a:cubicBezTo>
                  <a:cubicBezTo>
                    <a:pt x="496" y="12"/>
                    <a:pt x="495" y="12"/>
                    <a:pt x="494" y="13"/>
                  </a:cubicBezTo>
                  <a:cubicBezTo>
                    <a:pt x="493" y="13"/>
                    <a:pt x="492" y="13"/>
                    <a:pt x="492" y="14"/>
                  </a:cubicBezTo>
                  <a:cubicBezTo>
                    <a:pt x="491" y="14"/>
                    <a:pt x="490" y="15"/>
                    <a:pt x="490" y="16"/>
                  </a:cubicBezTo>
                  <a:cubicBezTo>
                    <a:pt x="489" y="16"/>
                    <a:pt x="488" y="17"/>
                    <a:pt x="488" y="18"/>
                  </a:cubicBezTo>
                  <a:cubicBezTo>
                    <a:pt x="488" y="18"/>
                    <a:pt x="488" y="18"/>
                    <a:pt x="488" y="18"/>
                  </a:cubicBezTo>
                  <a:cubicBezTo>
                    <a:pt x="489" y="13"/>
                    <a:pt x="489" y="13"/>
                    <a:pt x="489" y="13"/>
                  </a:cubicBezTo>
                  <a:cubicBezTo>
                    <a:pt x="482" y="13"/>
                    <a:pt x="482" y="13"/>
                    <a:pt x="482" y="13"/>
                  </a:cubicBezTo>
                  <a:cubicBezTo>
                    <a:pt x="482" y="14"/>
                    <a:pt x="482" y="15"/>
                    <a:pt x="481" y="16"/>
                  </a:cubicBezTo>
                  <a:lnTo>
                    <a:pt x="476" y="41"/>
                  </a:lnTo>
                  <a:close/>
                  <a:moveTo>
                    <a:pt x="505" y="41"/>
                  </a:moveTo>
                  <a:cubicBezTo>
                    <a:pt x="513" y="41"/>
                    <a:pt x="513" y="41"/>
                    <a:pt x="513" y="41"/>
                  </a:cubicBezTo>
                  <a:cubicBezTo>
                    <a:pt x="529" y="13"/>
                    <a:pt x="529" y="13"/>
                    <a:pt x="529" y="13"/>
                  </a:cubicBezTo>
                  <a:cubicBezTo>
                    <a:pt x="522" y="13"/>
                    <a:pt x="522" y="13"/>
                    <a:pt x="522" y="13"/>
                  </a:cubicBezTo>
                  <a:cubicBezTo>
                    <a:pt x="511" y="33"/>
                    <a:pt x="511" y="33"/>
                    <a:pt x="511" y="33"/>
                  </a:cubicBezTo>
                  <a:cubicBezTo>
                    <a:pt x="510" y="33"/>
                    <a:pt x="510" y="33"/>
                    <a:pt x="510" y="33"/>
                  </a:cubicBezTo>
                  <a:cubicBezTo>
                    <a:pt x="508" y="13"/>
                    <a:pt x="508" y="13"/>
                    <a:pt x="508" y="13"/>
                  </a:cubicBezTo>
                  <a:cubicBezTo>
                    <a:pt x="500" y="13"/>
                    <a:pt x="500" y="13"/>
                    <a:pt x="500" y="13"/>
                  </a:cubicBezTo>
                  <a:lnTo>
                    <a:pt x="505" y="41"/>
                  </a:lnTo>
                  <a:close/>
                  <a:moveTo>
                    <a:pt x="528" y="41"/>
                  </a:moveTo>
                  <a:cubicBezTo>
                    <a:pt x="535" y="41"/>
                    <a:pt x="535" y="41"/>
                    <a:pt x="535" y="41"/>
                  </a:cubicBezTo>
                  <a:cubicBezTo>
                    <a:pt x="541" y="13"/>
                    <a:pt x="541" y="13"/>
                    <a:pt x="541" y="13"/>
                  </a:cubicBezTo>
                  <a:cubicBezTo>
                    <a:pt x="534" y="13"/>
                    <a:pt x="534" y="13"/>
                    <a:pt x="534" y="13"/>
                  </a:cubicBezTo>
                  <a:lnTo>
                    <a:pt x="528" y="41"/>
                  </a:lnTo>
                  <a:close/>
                  <a:moveTo>
                    <a:pt x="535" y="8"/>
                  </a:moveTo>
                  <a:cubicBezTo>
                    <a:pt x="543" y="8"/>
                    <a:pt x="543" y="8"/>
                    <a:pt x="543" y="8"/>
                  </a:cubicBezTo>
                  <a:cubicBezTo>
                    <a:pt x="544" y="1"/>
                    <a:pt x="544" y="1"/>
                    <a:pt x="544" y="1"/>
                  </a:cubicBezTo>
                  <a:cubicBezTo>
                    <a:pt x="537" y="1"/>
                    <a:pt x="537" y="1"/>
                    <a:pt x="537" y="1"/>
                  </a:cubicBezTo>
                  <a:lnTo>
                    <a:pt x="535" y="8"/>
                  </a:lnTo>
                  <a:close/>
                  <a:moveTo>
                    <a:pt x="568" y="13"/>
                  </a:moveTo>
                  <a:cubicBezTo>
                    <a:pt x="567" y="13"/>
                    <a:pt x="566" y="13"/>
                    <a:pt x="565" y="12"/>
                  </a:cubicBezTo>
                  <a:cubicBezTo>
                    <a:pt x="564" y="12"/>
                    <a:pt x="562" y="12"/>
                    <a:pt x="561" y="12"/>
                  </a:cubicBezTo>
                  <a:cubicBezTo>
                    <a:pt x="559" y="12"/>
                    <a:pt x="556" y="12"/>
                    <a:pt x="554" y="13"/>
                  </a:cubicBezTo>
                  <a:cubicBezTo>
                    <a:pt x="552" y="14"/>
                    <a:pt x="550" y="15"/>
                    <a:pt x="549" y="17"/>
                  </a:cubicBezTo>
                  <a:cubicBezTo>
                    <a:pt x="547" y="19"/>
                    <a:pt x="546" y="20"/>
                    <a:pt x="546" y="23"/>
                  </a:cubicBezTo>
                  <a:cubicBezTo>
                    <a:pt x="545" y="25"/>
                    <a:pt x="544" y="27"/>
                    <a:pt x="544" y="29"/>
                  </a:cubicBezTo>
                  <a:cubicBezTo>
                    <a:pt x="544" y="32"/>
                    <a:pt x="545" y="34"/>
                    <a:pt x="546" y="36"/>
                  </a:cubicBezTo>
                  <a:cubicBezTo>
                    <a:pt x="547" y="38"/>
                    <a:pt x="548" y="39"/>
                    <a:pt x="550" y="40"/>
                  </a:cubicBezTo>
                  <a:cubicBezTo>
                    <a:pt x="552" y="41"/>
                    <a:pt x="554" y="42"/>
                    <a:pt x="556" y="42"/>
                  </a:cubicBezTo>
                  <a:cubicBezTo>
                    <a:pt x="558" y="42"/>
                    <a:pt x="559" y="41"/>
                    <a:pt x="560" y="41"/>
                  </a:cubicBezTo>
                  <a:cubicBezTo>
                    <a:pt x="561" y="41"/>
                    <a:pt x="562" y="41"/>
                    <a:pt x="563" y="40"/>
                  </a:cubicBezTo>
                  <a:cubicBezTo>
                    <a:pt x="564" y="34"/>
                    <a:pt x="564" y="34"/>
                    <a:pt x="564" y="34"/>
                  </a:cubicBezTo>
                  <a:cubicBezTo>
                    <a:pt x="564" y="35"/>
                    <a:pt x="563" y="35"/>
                    <a:pt x="562" y="35"/>
                  </a:cubicBezTo>
                  <a:cubicBezTo>
                    <a:pt x="562" y="35"/>
                    <a:pt x="561" y="36"/>
                    <a:pt x="560" y="36"/>
                  </a:cubicBezTo>
                  <a:cubicBezTo>
                    <a:pt x="560" y="36"/>
                    <a:pt x="559" y="36"/>
                    <a:pt x="558" y="36"/>
                  </a:cubicBezTo>
                  <a:cubicBezTo>
                    <a:pt x="557" y="36"/>
                    <a:pt x="556" y="36"/>
                    <a:pt x="555" y="35"/>
                  </a:cubicBezTo>
                  <a:cubicBezTo>
                    <a:pt x="554" y="35"/>
                    <a:pt x="554" y="34"/>
                    <a:pt x="553" y="34"/>
                  </a:cubicBezTo>
                  <a:cubicBezTo>
                    <a:pt x="553" y="33"/>
                    <a:pt x="553" y="32"/>
                    <a:pt x="552" y="31"/>
                  </a:cubicBezTo>
                  <a:cubicBezTo>
                    <a:pt x="552" y="30"/>
                    <a:pt x="552" y="29"/>
                    <a:pt x="552" y="29"/>
                  </a:cubicBezTo>
                  <a:cubicBezTo>
                    <a:pt x="552" y="27"/>
                    <a:pt x="552" y="26"/>
                    <a:pt x="553" y="25"/>
                  </a:cubicBezTo>
                  <a:cubicBezTo>
                    <a:pt x="553" y="23"/>
                    <a:pt x="554" y="22"/>
                    <a:pt x="554" y="21"/>
                  </a:cubicBezTo>
                  <a:cubicBezTo>
                    <a:pt x="555" y="20"/>
                    <a:pt x="556" y="19"/>
                    <a:pt x="557" y="19"/>
                  </a:cubicBezTo>
                  <a:cubicBezTo>
                    <a:pt x="558" y="18"/>
                    <a:pt x="560" y="18"/>
                    <a:pt x="561" y="18"/>
                  </a:cubicBezTo>
                  <a:cubicBezTo>
                    <a:pt x="562" y="18"/>
                    <a:pt x="563" y="18"/>
                    <a:pt x="564" y="18"/>
                  </a:cubicBezTo>
                  <a:cubicBezTo>
                    <a:pt x="565" y="18"/>
                    <a:pt x="566" y="19"/>
                    <a:pt x="567" y="19"/>
                  </a:cubicBezTo>
                  <a:lnTo>
                    <a:pt x="568" y="13"/>
                  </a:lnTo>
                  <a:close/>
                  <a:moveTo>
                    <a:pt x="595" y="29"/>
                  </a:moveTo>
                  <a:cubicBezTo>
                    <a:pt x="595" y="28"/>
                    <a:pt x="596" y="27"/>
                    <a:pt x="596" y="26"/>
                  </a:cubicBezTo>
                  <a:cubicBezTo>
                    <a:pt x="596" y="25"/>
                    <a:pt x="596" y="24"/>
                    <a:pt x="596" y="23"/>
                  </a:cubicBezTo>
                  <a:cubicBezTo>
                    <a:pt x="596" y="20"/>
                    <a:pt x="595" y="18"/>
                    <a:pt x="594" y="17"/>
                  </a:cubicBezTo>
                  <a:cubicBezTo>
                    <a:pt x="593" y="15"/>
                    <a:pt x="592" y="14"/>
                    <a:pt x="590" y="13"/>
                  </a:cubicBezTo>
                  <a:cubicBezTo>
                    <a:pt x="589" y="12"/>
                    <a:pt x="587" y="12"/>
                    <a:pt x="584" y="12"/>
                  </a:cubicBezTo>
                  <a:cubicBezTo>
                    <a:pt x="582" y="12"/>
                    <a:pt x="581" y="12"/>
                    <a:pt x="579" y="13"/>
                  </a:cubicBezTo>
                  <a:cubicBezTo>
                    <a:pt x="577" y="14"/>
                    <a:pt x="576" y="14"/>
                    <a:pt x="575" y="16"/>
                  </a:cubicBezTo>
                  <a:cubicBezTo>
                    <a:pt x="573" y="17"/>
                    <a:pt x="572" y="18"/>
                    <a:pt x="571" y="19"/>
                  </a:cubicBezTo>
                  <a:cubicBezTo>
                    <a:pt x="570" y="21"/>
                    <a:pt x="570" y="22"/>
                    <a:pt x="569" y="24"/>
                  </a:cubicBezTo>
                  <a:cubicBezTo>
                    <a:pt x="569" y="26"/>
                    <a:pt x="568" y="27"/>
                    <a:pt x="568" y="29"/>
                  </a:cubicBezTo>
                  <a:cubicBezTo>
                    <a:pt x="568" y="31"/>
                    <a:pt x="569" y="33"/>
                    <a:pt x="569" y="35"/>
                  </a:cubicBezTo>
                  <a:cubicBezTo>
                    <a:pt x="570" y="36"/>
                    <a:pt x="571" y="38"/>
                    <a:pt x="572" y="39"/>
                  </a:cubicBezTo>
                  <a:cubicBezTo>
                    <a:pt x="573" y="40"/>
                    <a:pt x="575" y="40"/>
                    <a:pt x="576" y="41"/>
                  </a:cubicBezTo>
                  <a:cubicBezTo>
                    <a:pt x="578" y="41"/>
                    <a:pt x="580" y="42"/>
                    <a:pt x="582" y="42"/>
                  </a:cubicBezTo>
                  <a:cubicBezTo>
                    <a:pt x="583" y="42"/>
                    <a:pt x="585" y="41"/>
                    <a:pt x="586" y="41"/>
                  </a:cubicBezTo>
                  <a:cubicBezTo>
                    <a:pt x="588" y="41"/>
                    <a:pt x="589" y="40"/>
                    <a:pt x="591" y="40"/>
                  </a:cubicBezTo>
                  <a:cubicBezTo>
                    <a:pt x="592" y="34"/>
                    <a:pt x="592" y="34"/>
                    <a:pt x="592" y="34"/>
                  </a:cubicBezTo>
                  <a:cubicBezTo>
                    <a:pt x="590" y="35"/>
                    <a:pt x="589" y="35"/>
                    <a:pt x="588" y="36"/>
                  </a:cubicBezTo>
                  <a:cubicBezTo>
                    <a:pt x="586" y="36"/>
                    <a:pt x="585" y="36"/>
                    <a:pt x="583" y="36"/>
                  </a:cubicBezTo>
                  <a:cubicBezTo>
                    <a:pt x="581" y="36"/>
                    <a:pt x="580" y="36"/>
                    <a:pt x="579" y="36"/>
                  </a:cubicBezTo>
                  <a:cubicBezTo>
                    <a:pt x="578" y="35"/>
                    <a:pt x="577" y="34"/>
                    <a:pt x="576" y="33"/>
                  </a:cubicBezTo>
                  <a:cubicBezTo>
                    <a:pt x="576" y="32"/>
                    <a:pt x="575" y="31"/>
                    <a:pt x="575" y="29"/>
                  </a:cubicBezTo>
                  <a:lnTo>
                    <a:pt x="595" y="29"/>
                  </a:lnTo>
                  <a:close/>
                  <a:moveTo>
                    <a:pt x="576" y="24"/>
                  </a:moveTo>
                  <a:cubicBezTo>
                    <a:pt x="577" y="23"/>
                    <a:pt x="577" y="22"/>
                    <a:pt x="578" y="21"/>
                  </a:cubicBezTo>
                  <a:cubicBezTo>
                    <a:pt x="579" y="20"/>
                    <a:pt x="579" y="19"/>
                    <a:pt x="580" y="18"/>
                  </a:cubicBezTo>
                  <a:cubicBezTo>
                    <a:pt x="581" y="18"/>
                    <a:pt x="583" y="17"/>
                    <a:pt x="584" y="17"/>
                  </a:cubicBezTo>
                  <a:cubicBezTo>
                    <a:pt x="586" y="17"/>
                    <a:pt x="587" y="18"/>
                    <a:pt x="588" y="19"/>
                  </a:cubicBezTo>
                  <a:cubicBezTo>
                    <a:pt x="588" y="19"/>
                    <a:pt x="589" y="21"/>
                    <a:pt x="589" y="22"/>
                  </a:cubicBezTo>
                  <a:cubicBezTo>
                    <a:pt x="589" y="22"/>
                    <a:pt x="589" y="23"/>
                    <a:pt x="589" y="23"/>
                  </a:cubicBezTo>
                  <a:cubicBezTo>
                    <a:pt x="589" y="23"/>
                    <a:pt x="589" y="24"/>
                    <a:pt x="589" y="24"/>
                  </a:cubicBezTo>
                  <a:lnTo>
                    <a:pt x="576" y="24"/>
                  </a:lnTo>
                  <a:close/>
                  <a:moveTo>
                    <a:pt x="621" y="13"/>
                  </a:moveTo>
                  <a:cubicBezTo>
                    <a:pt x="620" y="13"/>
                    <a:pt x="619" y="13"/>
                    <a:pt x="617" y="12"/>
                  </a:cubicBezTo>
                  <a:cubicBezTo>
                    <a:pt x="616" y="12"/>
                    <a:pt x="615" y="12"/>
                    <a:pt x="613" y="12"/>
                  </a:cubicBezTo>
                  <a:cubicBezTo>
                    <a:pt x="612" y="12"/>
                    <a:pt x="611" y="12"/>
                    <a:pt x="610" y="12"/>
                  </a:cubicBezTo>
                  <a:cubicBezTo>
                    <a:pt x="609" y="13"/>
                    <a:pt x="607" y="13"/>
                    <a:pt x="606" y="13"/>
                  </a:cubicBezTo>
                  <a:cubicBezTo>
                    <a:pt x="605" y="14"/>
                    <a:pt x="604" y="14"/>
                    <a:pt x="604" y="15"/>
                  </a:cubicBezTo>
                  <a:cubicBezTo>
                    <a:pt x="603" y="16"/>
                    <a:pt x="602" y="17"/>
                    <a:pt x="602" y="18"/>
                  </a:cubicBezTo>
                  <a:cubicBezTo>
                    <a:pt x="601" y="19"/>
                    <a:pt x="601" y="20"/>
                    <a:pt x="601" y="21"/>
                  </a:cubicBezTo>
                  <a:cubicBezTo>
                    <a:pt x="601" y="22"/>
                    <a:pt x="601" y="23"/>
                    <a:pt x="602" y="24"/>
                  </a:cubicBezTo>
                  <a:cubicBezTo>
                    <a:pt x="602" y="25"/>
                    <a:pt x="603" y="26"/>
                    <a:pt x="603" y="26"/>
                  </a:cubicBezTo>
                  <a:cubicBezTo>
                    <a:pt x="604" y="27"/>
                    <a:pt x="605" y="27"/>
                    <a:pt x="606" y="28"/>
                  </a:cubicBezTo>
                  <a:cubicBezTo>
                    <a:pt x="607" y="29"/>
                    <a:pt x="607" y="29"/>
                    <a:pt x="608" y="29"/>
                  </a:cubicBezTo>
                  <a:cubicBezTo>
                    <a:pt x="609" y="30"/>
                    <a:pt x="609" y="31"/>
                    <a:pt x="610" y="31"/>
                  </a:cubicBezTo>
                  <a:cubicBezTo>
                    <a:pt x="610" y="32"/>
                    <a:pt x="610" y="32"/>
                    <a:pt x="610" y="33"/>
                  </a:cubicBezTo>
                  <a:cubicBezTo>
                    <a:pt x="610" y="34"/>
                    <a:pt x="610" y="34"/>
                    <a:pt x="610" y="35"/>
                  </a:cubicBezTo>
                  <a:cubicBezTo>
                    <a:pt x="610" y="35"/>
                    <a:pt x="609" y="35"/>
                    <a:pt x="609" y="36"/>
                  </a:cubicBezTo>
                  <a:cubicBezTo>
                    <a:pt x="608" y="36"/>
                    <a:pt x="608" y="36"/>
                    <a:pt x="607" y="36"/>
                  </a:cubicBezTo>
                  <a:cubicBezTo>
                    <a:pt x="607" y="36"/>
                    <a:pt x="606" y="36"/>
                    <a:pt x="605" y="36"/>
                  </a:cubicBezTo>
                  <a:cubicBezTo>
                    <a:pt x="605" y="36"/>
                    <a:pt x="604" y="36"/>
                    <a:pt x="603" y="36"/>
                  </a:cubicBezTo>
                  <a:cubicBezTo>
                    <a:pt x="602" y="36"/>
                    <a:pt x="601" y="35"/>
                    <a:pt x="601" y="35"/>
                  </a:cubicBezTo>
                  <a:cubicBezTo>
                    <a:pt x="600" y="35"/>
                    <a:pt x="599" y="34"/>
                    <a:pt x="598" y="34"/>
                  </a:cubicBezTo>
                  <a:cubicBezTo>
                    <a:pt x="597" y="40"/>
                    <a:pt x="597" y="40"/>
                    <a:pt x="597" y="40"/>
                  </a:cubicBezTo>
                  <a:cubicBezTo>
                    <a:pt x="598" y="40"/>
                    <a:pt x="600" y="41"/>
                    <a:pt x="601" y="41"/>
                  </a:cubicBezTo>
                  <a:cubicBezTo>
                    <a:pt x="603" y="41"/>
                    <a:pt x="604" y="42"/>
                    <a:pt x="605" y="42"/>
                  </a:cubicBezTo>
                  <a:cubicBezTo>
                    <a:pt x="607" y="42"/>
                    <a:pt x="608" y="41"/>
                    <a:pt x="609" y="41"/>
                  </a:cubicBezTo>
                  <a:cubicBezTo>
                    <a:pt x="610" y="41"/>
                    <a:pt x="612" y="41"/>
                    <a:pt x="613" y="40"/>
                  </a:cubicBezTo>
                  <a:cubicBezTo>
                    <a:pt x="614" y="40"/>
                    <a:pt x="615" y="39"/>
                    <a:pt x="616" y="39"/>
                  </a:cubicBezTo>
                  <a:cubicBezTo>
                    <a:pt x="616" y="38"/>
                    <a:pt x="617" y="37"/>
                    <a:pt x="617" y="36"/>
                  </a:cubicBezTo>
                  <a:cubicBezTo>
                    <a:pt x="618" y="35"/>
                    <a:pt x="618" y="33"/>
                    <a:pt x="618" y="32"/>
                  </a:cubicBezTo>
                  <a:cubicBezTo>
                    <a:pt x="618" y="31"/>
                    <a:pt x="618" y="30"/>
                    <a:pt x="617" y="29"/>
                  </a:cubicBezTo>
                  <a:cubicBezTo>
                    <a:pt x="617" y="28"/>
                    <a:pt x="616" y="27"/>
                    <a:pt x="616" y="27"/>
                  </a:cubicBezTo>
                  <a:cubicBezTo>
                    <a:pt x="615" y="26"/>
                    <a:pt x="614" y="25"/>
                    <a:pt x="613" y="25"/>
                  </a:cubicBezTo>
                  <a:cubicBezTo>
                    <a:pt x="613" y="24"/>
                    <a:pt x="612" y="24"/>
                    <a:pt x="611" y="23"/>
                  </a:cubicBezTo>
                  <a:cubicBezTo>
                    <a:pt x="610" y="23"/>
                    <a:pt x="610" y="22"/>
                    <a:pt x="609" y="22"/>
                  </a:cubicBezTo>
                  <a:cubicBezTo>
                    <a:pt x="609" y="21"/>
                    <a:pt x="609" y="21"/>
                    <a:pt x="609" y="20"/>
                  </a:cubicBezTo>
                  <a:cubicBezTo>
                    <a:pt x="609" y="20"/>
                    <a:pt x="609" y="19"/>
                    <a:pt x="609" y="19"/>
                  </a:cubicBezTo>
                  <a:cubicBezTo>
                    <a:pt x="609" y="18"/>
                    <a:pt x="610" y="18"/>
                    <a:pt x="610" y="18"/>
                  </a:cubicBezTo>
                  <a:cubicBezTo>
                    <a:pt x="611" y="18"/>
                    <a:pt x="611" y="18"/>
                    <a:pt x="612" y="18"/>
                  </a:cubicBezTo>
                  <a:cubicBezTo>
                    <a:pt x="612" y="17"/>
                    <a:pt x="613" y="17"/>
                    <a:pt x="614" y="17"/>
                  </a:cubicBezTo>
                  <a:cubicBezTo>
                    <a:pt x="615" y="17"/>
                    <a:pt x="616" y="18"/>
                    <a:pt x="617" y="18"/>
                  </a:cubicBezTo>
                  <a:cubicBezTo>
                    <a:pt x="618" y="18"/>
                    <a:pt x="619" y="18"/>
                    <a:pt x="620" y="19"/>
                  </a:cubicBezTo>
                  <a:lnTo>
                    <a:pt x="621" y="1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400"/>
            </a:p>
          </p:txBody>
        </p:sp>
      </p:grpSp>
    </p:spTree>
    <p:extLst>
      <p:ext uri="{BB962C8B-B14F-4D97-AF65-F5344CB8AC3E}">
        <p14:creationId xmlns:p14="http://schemas.microsoft.com/office/powerpoint/2010/main" val="2217261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E051FA0F-4ECF-47A5-B349-79568690C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2873D6E-94F9-481E-89CA-FAD93A3ED1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E8830B6-348F-452A-95ED-3DE9A7923D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47A110-BA27-4DE8-B7E0-CC739A2F998B}" type="datetimeFigureOut">
              <a:rPr lang="en-US" smtClean="0"/>
              <a:t>2/17/2021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5C1C52B-7BB8-405C-9791-500D625E12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39B1C95-C04A-4FB1-8A11-7CD1AB6C7E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F54C32-B4DF-4384-A491-86E84C45B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675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Relationship Id="rId4" Type="http://schemas.openxmlformats.org/officeDocument/2006/relationships/slide" Target="slide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sa.org/training-and-certification/isa-certification/isa99iec-62443/isa99iec-62443-cybersecurity-certificate-programs" TargetMode="Externa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559504" y="1041991"/>
            <a:ext cx="8521198" cy="1122326"/>
          </a:xfrm>
        </p:spPr>
        <p:txBody>
          <a:bodyPr>
            <a:noAutofit/>
          </a:bodyPr>
          <a:lstStyle/>
          <a:p>
            <a:pPr algn="l"/>
            <a:r>
              <a:rPr lang="en-US" sz="3600" b="1" dirty="0">
                <a:solidFill>
                  <a:schemeClr val="tx1"/>
                </a:solidFill>
              </a:rPr>
              <a:t>SaMD (Software as a Medical Device) </a:t>
            </a:r>
            <a:r>
              <a:rPr lang="en-US" sz="3600" b="1" dirty="0" smtClean="0">
                <a:solidFill>
                  <a:schemeClr val="tx1"/>
                </a:solidFill>
              </a:rPr>
              <a:t>,</a:t>
            </a:r>
            <a:r>
              <a:rPr lang="en-US" sz="3600" b="1" dirty="0">
                <a:solidFill>
                  <a:schemeClr val="tx1"/>
                </a:solidFill>
              </a:rPr>
              <a:t/>
            </a:r>
            <a:br>
              <a:rPr lang="en-US" sz="3600" b="1" dirty="0">
                <a:solidFill>
                  <a:schemeClr val="tx1"/>
                </a:solidFill>
              </a:rPr>
            </a:br>
            <a:r>
              <a:rPr lang="en-US" sz="3600" b="1" dirty="0">
                <a:solidFill>
                  <a:schemeClr val="tx1"/>
                </a:solidFill>
              </a:rPr>
              <a:t>SiMD (Software in a Medical Device</a:t>
            </a:r>
            <a:r>
              <a:rPr lang="en-US" sz="3600" b="1" i="0" dirty="0" smtClean="0">
                <a:solidFill>
                  <a:schemeClr val="tx1"/>
                </a:solidFill>
                <a:effectLst/>
              </a:rPr>
              <a:t>) &amp; </a:t>
            </a:r>
            <a:br>
              <a:rPr lang="en-US" sz="3600" b="1" i="0" dirty="0" smtClean="0">
                <a:solidFill>
                  <a:schemeClr val="tx1"/>
                </a:solidFill>
                <a:effectLst/>
              </a:rPr>
            </a:br>
            <a:r>
              <a:rPr lang="en-US" sz="3600" b="1" dirty="0" smtClean="0"/>
              <a:t>IEC Standards</a:t>
            </a:r>
            <a:r>
              <a:rPr lang="en-US" sz="3600" b="1" dirty="0">
                <a:solidFill>
                  <a:schemeClr val="tx1"/>
                </a:solidFill>
              </a:rPr>
              <a:t/>
            </a:r>
            <a:br>
              <a:rPr lang="en-US" sz="3600" b="1" dirty="0">
                <a:solidFill>
                  <a:schemeClr val="tx1"/>
                </a:solidFill>
              </a:rPr>
            </a:br>
            <a:r>
              <a:rPr lang="en-US" sz="3600" b="1" dirty="0">
                <a:solidFill>
                  <a:schemeClr val="tx1"/>
                </a:solidFill>
              </a:rPr>
              <a:t/>
            </a:r>
            <a:br>
              <a:rPr lang="en-US" sz="3600" b="1" dirty="0">
                <a:solidFill>
                  <a:schemeClr val="tx1"/>
                </a:solidFill>
              </a:rPr>
            </a:br>
            <a:endParaRPr lang="en-US" sz="3600" b="1" dirty="0">
              <a:latin typeface="+mn-lt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1559503" y="2472547"/>
            <a:ext cx="4858623" cy="463576"/>
          </a:xfrm>
        </p:spPr>
        <p:txBody>
          <a:bodyPr/>
          <a:lstStyle/>
          <a:p>
            <a:r>
              <a:rPr lang="en-US" b="1" dirty="0"/>
              <a:t>Madhura Ramojwar</a:t>
            </a:r>
          </a:p>
        </p:txBody>
      </p:sp>
      <p:pic>
        <p:nvPicPr>
          <p:cNvPr id="11" name="Picture Placeholder 10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34" r="2493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197466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Placeholder 20"/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78" b="4478"/>
          <a:stretch>
            <a:fillRect/>
          </a:stretch>
        </p:blipFill>
        <p:spPr/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74083" y="1"/>
            <a:ext cx="11379200" cy="673820"/>
          </a:xfrm>
        </p:spPr>
        <p:txBody>
          <a:bodyPr/>
          <a:lstStyle/>
          <a:p>
            <a:r>
              <a:rPr lang="en-IN" b="1" dirty="0"/>
              <a:t>Agenda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911424" y="1220755"/>
            <a:ext cx="9933784" cy="384043"/>
          </a:xfrm>
        </p:spPr>
        <p:txBody>
          <a:bodyPr/>
          <a:lstStyle/>
          <a:p>
            <a:r>
              <a:rPr lang="en-IN" dirty="0" smtClean="0">
                <a:hlinkClick r:id="rId3" action="ppaction://hlinksldjump"/>
              </a:rPr>
              <a:t>SaMD and SiMD</a:t>
            </a:r>
            <a:endParaRPr lang="en-IN" dirty="0">
              <a:hlinkClick r:id="rId3" action="ppaction://hlinksldjump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11424" y="1879113"/>
            <a:ext cx="9933785" cy="384043"/>
          </a:xfrm>
        </p:spPr>
        <p:txBody>
          <a:bodyPr/>
          <a:lstStyle/>
          <a:p>
            <a:r>
              <a:rPr lang="en-IN" dirty="0" smtClean="0">
                <a:hlinkClick r:id="rId3" action="ppaction://hlinksldjump"/>
              </a:rPr>
              <a:t>IEC 15408</a:t>
            </a:r>
            <a:endParaRPr lang="en-IN" dirty="0">
              <a:hlinkClick r:id="rId3" action="ppaction://hlinksldjump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911424" y="2537472"/>
            <a:ext cx="9806195" cy="384043"/>
          </a:xfrm>
        </p:spPr>
        <p:txBody>
          <a:bodyPr/>
          <a:lstStyle/>
          <a:p>
            <a:r>
              <a:rPr lang="en-IN" dirty="0" smtClean="0">
                <a:hlinkClick r:id="rId4" action="ppaction://hlinksldjump"/>
              </a:rPr>
              <a:t>IEC 62443</a:t>
            </a:r>
            <a:endParaRPr lang="en-IN" dirty="0">
              <a:hlinkClick r:id="rId4" action="ppaction://hlinksldjump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911423" y="3195831"/>
            <a:ext cx="9678604" cy="384043"/>
          </a:xfrm>
        </p:spPr>
        <p:txBody>
          <a:bodyPr/>
          <a:lstStyle/>
          <a:p>
            <a:r>
              <a:rPr lang="en-IN" dirty="0" smtClean="0">
                <a:hlinkClick r:id="" action="ppaction://noaction"/>
              </a:rPr>
              <a:t>IEC 60601-4-5</a:t>
            </a:r>
            <a:endParaRPr lang="en-IN" dirty="0">
              <a:hlinkClick r:id="" action="ppaction://noaction"/>
            </a:endParaRP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035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404A64F-D468-47CE-8DF6-D2D46F0AE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latin typeface="+mn-lt"/>
              </a:rPr>
              <a:t>SaMD (</a:t>
            </a:r>
            <a:r>
              <a:rPr lang="pt-BR" sz="2400" b="1" i="0" dirty="0">
                <a:effectLst/>
                <a:latin typeface="+mn-lt"/>
              </a:rPr>
              <a:t>Software as a Medical Device)</a:t>
            </a:r>
            <a:endParaRPr lang="en-US" sz="24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EAB00A5-CAB7-4C04-B76D-90E9F1D3D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800" dirty="0"/>
              <a:t>D</a:t>
            </a:r>
            <a:r>
              <a:rPr lang="en-US" sz="1800" b="0" i="0" dirty="0">
                <a:effectLst/>
              </a:rPr>
              <a:t>efined by the </a:t>
            </a:r>
            <a:r>
              <a:rPr lang="en-US" sz="1800" b="1" i="0" dirty="0">
                <a:effectLst/>
              </a:rPr>
              <a:t>International Medical Device Regulators Forum (IMDRF).</a:t>
            </a:r>
          </a:p>
          <a:p>
            <a:r>
              <a:rPr lang="en-US" sz="1800" b="0" i="0" dirty="0">
                <a:effectLst/>
              </a:rPr>
              <a:t>It is a software intended to be used for one or more medical purposes that perform these purposes without being part of a hardware medical device</a:t>
            </a:r>
            <a:r>
              <a:rPr lang="en-US" sz="1800" b="0" i="0" dirty="0" smtClean="0">
                <a:effectLst/>
              </a:rPr>
              <a:t>.</a:t>
            </a:r>
          </a:p>
          <a:p>
            <a:r>
              <a:rPr lang="en-IN" sz="1800" dirty="0"/>
              <a:t>The applications of SaMD are not just limited to diagnosis but have also made their place in the monitoring and treatment process.</a:t>
            </a:r>
            <a:endParaRPr lang="en-US" sz="1800" b="0" i="0" dirty="0"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1" dirty="0"/>
              <a:t>Example: </a:t>
            </a:r>
          </a:p>
          <a:p>
            <a:pPr lvl="1"/>
            <a:r>
              <a:rPr lang="en-US" sz="1800" b="0" i="0" dirty="0">
                <a:effectLst/>
              </a:rPr>
              <a:t>Software that is processing a patient image to detect diseases like cancer</a:t>
            </a:r>
          </a:p>
          <a:p>
            <a:pPr lvl="1"/>
            <a:r>
              <a:rPr lang="en-US" sz="1800" b="0" i="0" dirty="0" smtClean="0">
                <a:effectLst/>
              </a:rPr>
              <a:t>EEG </a:t>
            </a:r>
            <a:r>
              <a:rPr lang="en-US" sz="1800" b="0" i="0" dirty="0">
                <a:effectLst/>
              </a:rPr>
              <a:t>Analysis</a:t>
            </a:r>
          </a:p>
          <a:p>
            <a:pPr lvl="1"/>
            <a:r>
              <a:rPr lang="en-US" sz="1800" b="0" i="0" dirty="0">
                <a:effectLst/>
              </a:rPr>
              <a:t>Software that regulates an installed medical device, like a pacema</a:t>
            </a:r>
            <a:r>
              <a:rPr lang="en-US" sz="1800" b="0" i="0" dirty="0">
                <a:solidFill>
                  <a:srgbClr val="303735"/>
                </a:solidFill>
                <a:effectLst/>
              </a:rPr>
              <a:t>ker.</a:t>
            </a:r>
            <a:endParaRPr lang="en-US" sz="1800" b="0" i="0" dirty="0">
              <a:effectLst/>
            </a:endParaRPr>
          </a:p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4" name="AutoShape 2" descr="Image result for samd">
            <a:extLst>
              <a:ext uri="{FF2B5EF4-FFF2-40B4-BE49-F238E27FC236}">
                <a16:creationId xmlns:a16="http://schemas.microsoft.com/office/drawing/2014/main" xmlns="" id="{040733EA-0C51-4E12-AC6E-BA50C2DD01B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6882" y="3946815"/>
            <a:ext cx="4877223" cy="2651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99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>
                <a:latin typeface="Calibri" panose="020F0502020204030204" pitchFamily="34" charset="0"/>
              </a:rPr>
              <a:t>Clinical evaluation of </a:t>
            </a:r>
            <a:r>
              <a:rPr lang="en-US" sz="1800" dirty="0" err="1">
                <a:latin typeface="Calibri" panose="020F0502020204030204" pitchFamily="34" charset="0"/>
              </a:rPr>
              <a:t>SaMD</a:t>
            </a:r>
            <a:r>
              <a:rPr lang="en-US" sz="1800" dirty="0">
                <a:latin typeface="Calibri" panose="020F0502020204030204" pitchFamily="34" charset="0"/>
              </a:rPr>
              <a:t> is conducted to </a:t>
            </a:r>
            <a:r>
              <a:rPr lang="en-US" sz="1800" b="1" dirty="0">
                <a:latin typeface="Calibri" panose="020F0502020204030204" pitchFamily="34" charset="0"/>
              </a:rPr>
              <a:t>generate, collect, analyze and assess</a:t>
            </a:r>
            <a:r>
              <a:rPr lang="en-US" sz="1800" dirty="0">
                <a:latin typeface="Calibri" panose="020F0502020204030204" pitchFamily="34" charset="0"/>
              </a:rPr>
              <a:t> the data related to the device to ensure its safety and efficacy. </a:t>
            </a:r>
          </a:p>
          <a:p>
            <a:r>
              <a:rPr lang="en-US" sz="1800" dirty="0">
                <a:latin typeface="Calibri" panose="020F0502020204030204" pitchFamily="34" charset="0"/>
              </a:rPr>
              <a:t>Following are the </a:t>
            </a:r>
            <a:r>
              <a:rPr lang="en-US" sz="1800" b="1" dirty="0">
                <a:latin typeface="Calibri" panose="020F0502020204030204" pitchFamily="34" charset="0"/>
              </a:rPr>
              <a:t>major components</a:t>
            </a:r>
            <a:r>
              <a:rPr lang="en-US" sz="1800" dirty="0">
                <a:latin typeface="Calibri" panose="020F0502020204030204" pitchFamily="34" charset="0"/>
              </a:rPr>
              <a:t> of the clinical evaluations performed on </a:t>
            </a:r>
            <a:r>
              <a:rPr lang="en-US" sz="1800" dirty="0" err="1">
                <a:latin typeface="Calibri" panose="020F0502020204030204" pitchFamily="34" charset="0"/>
              </a:rPr>
              <a:t>SaMD</a:t>
            </a:r>
            <a:r>
              <a:rPr lang="en-US" sz="1800" dirty="0">
                <a:latin typeface="Calibri" panose="020F0502020204030204" pitchFamily="34" charset="0"/>
              </a:rPr>
              <a:t>:</a:t>
            </a:r>
          </a:p>
          <a:p>
            <a:pPr lvl="1"/>
            <a:r>
              <a:rPr lang="en-US" sz="1800" b="1" dirty="0">
                <a:latin typeface="Calibri" panose="020F0502020204030204" pitchFamily="34" charset="0"/>
              </a:rPr>
              <a:t>Valid Clinical Association</a:t>
            </a:r>
            <a:r>
              <a:rPr lang="en-US" sz="1800" dirty="0">
                <a:latin typeface="Calibri" panose="020F0502020204030204" pitchFamily="34" charset="0"/>
              </a:rPr>
              <a:t> – Verifies the association between the output of the </a:t>
            </a:r>
            <a:r>
              <a:rPr lang="en-US" sz="1800" dirty="0" err="1">
                <a:latin typeface="Calibri" panose="020F0502020204030204" pitchFamily="34" charset="0"/>
              </a:rPr>
              <a:t>SaMD</a:t>
            </a:r>
            <a:r>
              <a:rPr lang="en-US" sz="1800" dirty="0">
                <a:latin typeface="Calibri" panose="020F0502020204030204" pitchFamily="34" charset="0"/>
              </a:rPr>
              <a:t> and the target clinical condition</a:t>
            </a:r>
          </a:p>
          <a:p>
            <a:pPr lvl="1"/>
            <a:r>
              <a:rPr lang="en-US" sz="1800" b="1" dirty="0">
                <a:latin typeface="Calibri" panose="020F0502020204030204" pitchFamily="34" charset="0"/>
              </a:rPr>
              <a:t>Analytical Validation</a:t>
            </a:r>
            <a:r>
              <a:rPr lang="en-US" sz="1800" dirty="0">
                <a:latin typeface="Calibri" panose="020F0502020204030204" pitchFamily="34" charset="0"/>
              </a:rPr>
              <a:t> – Demonstrates the technical relevance of the output of the </a:t>
            </a:r>
            <a:r>
              <a:rPr lang="en-US" sz="1800" dirty="0" err="1">
                <a:latin typeface="Calibri" panose="020F0502020204030204" pitchFamily="34" charset="0"/>
              </a:rPr>
              <a:t>SaMD</a:t>
            </a:r>
            <a:endParaRPr lang="en-US" sz="1800" dirty="0">
              <a:latin typeface="Calibri" panose="020F0502020204030204" pitchFamily="34" charset="0"/>
            </a:endParaRPr>
          </a:p>
          <a:p>
            <a:pPr lvl="1"/>
            <a:r>
              <a:rPr lang="en-US" sz="1800" b="1" dirty="0">
                <a:latin typeface="Calibri" panose="020F0502020204030204" pitchFamily="34" charset="0"/>
              </a:rPr>
              <a:t>Clinical Validation</a:t>
            </a:r>
            <a:r>
              <a:rPr lang="en-US" sz="1800" dirty="0">
                <a:latin typeface="Calibri" panose="020F0502020204030204" pitchFamily="34" charset="0"/>
              </a:rPr>
              <a:t> – Demonstrates that reliable outcomes are generated from the </a:t>
            </a:r>
            <a:r>
              <a:rPr lang="en-US" sz="1800" dirty="0" err="1">
                <a:latin typeface="Calibri" panose="020F0502020204030204" pitchFamily="34" charset="0"/>
              </a:rPr>
              <a:t>SaMD</a:t>
            </a:r>
            <a:r>
              <a:rPr lang="en-US" sz="1800" dirty="0">
                <a:latin typeface="Calibri" panose="020F0502020204030204" pitchFamily="34" charset="0"/>
              </a:rPr>
              <a:t> after testing it on the target population</a:t>
            </a:r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073" y="3336236"/>
            <a:ext cx="4259855" cy="338347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5773" y="2745894"/>
            <a:ext cx="7468887" cy="373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991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EAB00A5-CAB7-4C04-B76D-90E9F1D3D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1" dirty="0">
                <a:latin typeface="Calibri" panose="020F0502020204030204" pitchFamily="34" charset="0"/>
              </a:rPr>
              <a:t>I</a:t>
            </a:r>
            <a:r>
              <a:rPr lang="en-US" sz="1800" b="1" i="0" dirty="0">
                <a:effectLst/>
              </a:rPr>
              <a:t>nput data source </a:t>
            </a:r>
            <a:r>
              <a:rPr lang="en-US" sz="1800" b="0" i="0" dirty="0">
                <a:effectLst/>
              </a:rPr>
              <a:t>for SaMD could be medical devices, lab results,  medical images, IVD instrument results, vital signs, medication, patient demography, allergies etc.</a:t>
            </a:r>
          </a:p>
          <a:p>
            <a:r>
              <a:rPr lang="en-US" sz="1800" b="0" i="0" dirty="0">
                <a:effectLst/>
              </a:rPr>
              <a:t>SaMD can have </a:t>
            </a:r>
            <a:r>
              <a:rPr lang="en-US" sz="1800" b="1" i="0" dirty="0">
                <a:effectLst/>
              </a:rPr>
              <a:t>algorithm to process this </a:t>
            </a:r>
            <a:r>
              <a:rPr lang="en-US" sz="1800" b="0" i="0" dirty="0">
                <a:effectLst/>
              </a:rPr>
              <a:t>and provide </a:t>
            </a:r>
            <a:r>
              <a:rPr lang="en-US" sz="1800" b="1" i="0" dirty="0">
                <a:effectLst/>
              </a:rPr>
              <a:t>output that could be used for medical purpose</a:t>
            </a:r>
            <a:r>
              <a:rPr lang="en-US" sz="1800" b="0" i="0" dirty="0">
                <a:effectLst/>
              </a:rPr>
              <a:t> (Inform, Drive, Diagnose, Treat).</a:t>
            </a:r>
          </a:p>
          <a:p>
            <a:endParaRPr lang="en-US" sz="1800" dirty="0"/>
          </a:p>
          <a:p>
            <a:endParaRPr lang="en-US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764C3084-BD57-43CD-82F0-31FFF1CF9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4616" y="2254149"/>
            <a:ext cx="6358270" cy="2857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579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AA26331-847D-45BE-BC54-A92B6CE0B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Classification</a:t>
            </a:r>
            <a:r>
              <a:rPr lang="en-US" sz="2800" b="1" dirty="0"/>
              <a:t> of SaMD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5A2A9CB-FD0D-40FD-8084-CE812E9F06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sz="1800" b="0" i="0" dirty="0">
                <a:effectLst/>
              </a:rPr>
              <a:t>SaMD can be classified based on following two criteria:</a:t>
            </a:r>
          </a:p>
          <a:p>
            <a:pPr lvl="1"/>
            <a:r>
              <a:rPr lang="en-US" sz="1800" b="1" i="0" dirty="0">
                <a:effectLst/>
              </a:rPr>
              <a:t>Based on the type of information provided by the device</a:t>
            </a:r>
          </a:p>
          <a:p>
            <a:pPr marL="1200150" lvl="2" indent="-285750"/>
            <a:r>
              <a:rPr lang="en-US" sz="1800" b="0" i="0" dirty="0">
                <a:effectLst/>
              </a:rPr>
              <a:t>For treatment or diagnosis</a:t>
            </a:r>
          </a:p>
          <a:p>
            <a:pPr marL="1200150" lvl="2" indent="-285750"/>
            <a:r>
              <a:rPr lang="en-US" sz="1800" b="0" i="0" dirty="0">
                <a:effectLst/>
              </a:rPr>
              <a:t>For driving clinical management</a:t>
            </a:r>
          </a:p>
          <a:p>
            <a:pPr marL="1200150" lvl="2" indent="-285750"/>
            <a:r>
              <a:rPr lang="en-US" sz="1800" b="0" i="0" dirty="0">
                <a:effectLst/>
              </a:rPr>
              <a:t>For informing clinical management</a:t>
            </a:r>
          </a:p>
          <a:p>
            <a:pPr marL="1200150" lvl="2" indent="-285750"/>
            <a:endParaRPr lang="en-US" sz="1800" dirty="0"/>
          </a:p>
          <a:p>
            <a:pPr marL="1200150" lvl="2" indent="-285750"/>
            <a:endParaRPr lang="en-US" sz="1800" b="0" i="0" dirty="0">
              <a:effectLst/>
            </a:endParaRPr>
          </a:p>
          <a:p>
            <a:pPr marL="914400" lvl="2" indent="0">
              <a:buNone/>
            </a:pPr>
            <a:endParaRPr lang="en-US" sz="1800" dirty="0"/>
          </a:p>
          <a:p>
            <a:pPr marL="914400" lvl="2" indent="0">
              <a:buNone/>
            </a:pPr>
            <a:endParaRPr lang="en-US" sz="1800" b="0" i="0" dirty="0">
              <a:effectLst/>
            </a:endParaRPr>
          </a:p>
          <a:p>
            <a:pPr marL="914400" lvl="2" indent="0">
              <a:buNone/>
            </a:pPr>
            <a:endParaRPr lang="en-US" sz="1800" b="0" i="0" dirty="0">
              <a:effectLst/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2FC6718-52C1-442C-B9B4-7673EF751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7501" y="2400431"/>
            <a:ext cx="6827681" cy="4076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547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B9A871C-A32C-4DDA-9A97-C2A212A0C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sz="1800" b="1" i="0" dirty="0">
                <a:effectLst/>
              </a:rPr>
              <a:t>Based on the impact on treatment</a:t>
            </a:r>
          </a:p>
          <a:p>
            <a:pPr marL="1200150" lvl="2" indent="-285750"/>
            <a:r>
              <a:rPr lang="en-US" sz="1800" b="0" i="0" dirty="0">
                <a:effectLst/>
              </a:rPr>
              <a:t>Critical</a:t>
            </a:r>
          </a:p>
          <a:p>
            <a:pPr marL="1200150" lvl="2" indent="-285750"/>
            <a:r>
              <a:rPr lang="en-US" sz="1800" b="0" i="0" dirty="0">
                <a:effectLst/>
              </a:rPr>
              <a:t>Serious</a:t>
            </a:r>
          </a:p>
          <a:p>
            <a:pPr marL="1200150" lvl="2" indent="-285750"/>
            <a:r>
              <a:rPr lang="en-US" sz="1800" b="0" i="0" dirty="0">
                <a:effectLst/>
              </a:rPr>
              <a:t>Non-serious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E794E7B3-FB19-48DE-8946-2BE9A95A8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442" y="2176638"/>
            <a:ext cx="6155196" cy="4300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575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595E017-439A-4D13-A000-14C5235F4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SaMD 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3916A15-10E1-4850-956E-2C192E7CFC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800" dirty="0"/>
              <a:t>There are 4 categories </a:t>
            </a:r>
            <a:r>
              <a:rPr lang="en-US" sz="1800" b="1" dirty="0"/>
              <a:t>( I, II, III , IV ) </a:t>
            </a:r>
            <a:r>
              <a:rPr lang="en-US" sz="1800" dirty="0"/>
              <a:t>based on the level of impact on the patient's health.</a:t>
            </a:r>
          </a:p>
          <a:p>
            <a:r>
              <a:rPr lang="en-US" sz="1800" b="1" dirty="0"/>
              <a:t>Category IV is the highest </a:t>
            </a:r>
            <a:r>
              <a:rPr lang="en-US" sz="1800" dirty="0"/>
              <a:t>level of impact and  </a:t>
            </a:r>
            <a:r>
              <a:rPr lang="en-US" sz="1800" b="1" dirty="0"/>
              <a:t>Category I is the lowest.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1" i="0" dirty="0">
                <a:effectLst/>
              </a:rPr>
              <a:t>Category IV –</a:t>
            </a:r>
            <a:r>
              <a:rPr lang="en-US" sz="1800" b="0" i="0" dirty="0">
                <a:effectLst/>
              </a:rPr>
              <a:t> Provides information for the treatment or diagnosis of diseases or conditions that are critical and are considered “very high impact”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1" i="0" dirty="0">
                <a:effectLst/>
              </a:rPr>
              <a:t>Category III –</a:t>
            </a:r>
            <a:r>
              <a:rPr lang="en-US" sz="1800" b="0" i="0" dirty="0">
                <a:effectLst/>
              </a:rPr>
              <a:t> Provides information for the treatment or diagnosis or clinical management of diseases or conditions that are serious and are considered “high impact”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1" i="0" dirty="0">
                <a:effectLst/>
              </a:rPr>
              <a:t>Category II –</a:t>
            </a:r>
            <a:r>
              <a:rPr lang="en-US" sz="1800" b="0" i="0" dirty="0">
                <a:effectLst/>
              </a:rPr>
              <a:t> Provides information for the treatment or diagnosis or clinical management of diseases or conditions that are non-serious and are considered “moderate impact”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b="1" i="0" dirty="0">
                <a:effectLst/>
              </a:rPr>
              <a:t>Category I –</a:t>
            </a:r>
            <a:r>
              <a:rPr lang="en-US" sz="1800" b="0" i="0" dirty="0">
                <a:effectLst/>
              </a:rPr>
              <a:t> Provides information for the clinical management of diseases or conditions that are non-serious and are considered “low impact”</a:t>
            </a:r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A59E92F9-2D2A-4B5F-9C85-4A8794EA8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6136" y="1564826"/>
            <a:ext cx="8679728" cy="232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554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C97E95A-35DC-4816-9196-8E60EB81A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1"/>
                </a:solidFill>
              </a:rPr>
              <a:t>SiMD (Software in a Medical Device</a:t>
            </a:r>
            <a:r>
              <a:rPr lang="en-US" sz="2400" b="1" i="0" dirty="0">
                <a:solidFill>
                  <a:schemeClr val="tx1"/>
                </a:solidFill>
                <a:effectLst/>
              </a:rPr>
              <a:t>)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EBB4766-799B-445A-AC48-7E7B226706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It is a software that is part of functioning of a medical device.</a:t>
            </a:r>
          </a:p>
          <a:p>
            <a:r>
              <a:rPr lang="en-US" sz="1800" dirty="0"/>
              <a:t>It does not have a medical purpose independent of a medical device with hardware components.</a:t>
            </a:r>
          </a:p>
          <a:p>
            <a:r>
              <a:rPr lang="en-US" sz="1800" dirty="0"/>
              <a:t>Purely embedded software within medical equipment , includes desktop, mobile and cloud software.</a:t>
            </a:r>
          </a:p>
          <a:p>
            <a:r>
              <a:rPr lang="en-US" sz="1800" b="0" i="0" dirty="0">
                <a:effectLst/>
              </a:rPr>
              <a:t>The fact that you cannot use the medical device without this software, makes it SiMD.</a:t>
            </a:r>
            <a:endParaRPr lang="en-US" sz="1800" dirty="0"/>
          </a:p>
          <a:p>
            <a:r>
              <a:rPr lang="en-US" sz="1800" b="1" dirty="0"/>
              <a:t>Example: </a:t>
            </a:r>
          </a:p>
          <a:p>
            <a:pPr lvl="1"/>
            <a:r>
              <a:rPr lang="en-US" sz="1800" dirty="0"/>
              <a:t>Software within mobile applications that control a medical device through Bluetooth, Wi-Fi or other functionality.</a:t>
            </a:r>
          </a:p>
          <a:p>
            <a:pPr lvl="1"/>
            <a:r>
              <a:rPr lang="en-US" sz="1800" dirty="0"/>
              <a:t>Embedded software that operates a pacemaker.</a:t>
            </a:r>
          </a:p>
          <a:p>
            <a:pPr lvl="1"/>
            <a:r>
              <a:rPr lang="en-US" sz="1800" dirty="0"/>
              <a:t>Mobile application which is an interface for reading waveforms.</a:t>
            </a:r>
          </a:p>
        </p:txBody>
      </p:sp>
    </p:spTree>
    <p:extLst>
      <p:ext uri="{BB962C8B-B14F-4D97-AF65-F5344CB8AC3E}">
        <p14:creationId xmlns:p14="http://schemas.microsoft.com/office/powerpoint/2010/main" val="2701193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84D350E-2346-431C-8761-DEF965400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b="1" dirty="0">
                <a:solidFill>
                  <a:srgbClr val="201F1E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IEC 15408 (</a:t>
            </a:r>
            <a:r>
              <a:rPr lang="en-US" sz="240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 Common Criteria for Information Technology Security Evaluation)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3DA4D0B-F114-4C12-A3D0-6333508986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solidFill>
                  <a:srgbClr val="202124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Also referred to as Common Criteria or CC i.e., an international </a:t>
            </a:r>
            <a:r>
              <a:rPr lang="en-US" sz="1800" b="1" dirty="0">
                <a:solidFill>
                  <a:srgbClr val="202124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standard</a:t>
            </a:r>
            <a:r>
              <a:rPr lang="en-US" sz="1800" dirty="0">
                <a:solidFill>
                  <a:srgbClr val="202124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(</a:t>
            </a:r>
            <a:r>
              <a:rPr lang="en-US" sz="1800" b="1" dirty="0">
                <a:solidFill>
                  <a:srgbClr val="202124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ISO</a:t>
            </a:r>
            <a:r>
              <a:rPr lang="en-US" sz="1800" dirty="0">
                <a:solidFill>
                  <a:srgbClr val="202124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/</a:t>
            </a:r>
            <a:r>
              <a:rPr lang="en-US" sz="1800" b="1" dirty="0">
                <a:solidFill>
                  <a:srgbClr val="202124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IEC 15408</a:t>
            </a:r>
            <a:r>
              <a:rPr lang="en-US" sz="1800" dirty="0">
                <a:solidFill>
                  <a:srgbClr val="202124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 for </a:t>
            </a:r>
            <a:r>
              <a:rPr lang="en-US" sz="1800" b="1" dirty="0">
                <a:solidFill>
                  <a:srgbClr val="202124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computer security</a:t>
            </a:r>
            <a:r>
              <a:rPr lang="en-US" sz="1800" dirty="0">
                <a:solidFill>
                  <a:srgbClr val="202124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certification.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Current version </a:t>
            </a:r>
            <a:r>
              <a:rPr lang="en-US" sz="1800" b="1" dirty="0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3.1</a:t>
            </a:r>
            <a:r>
              <a:rPr lang="en-US" sz="1800" dirty="0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revision </a:t>
            </a:r>
            <a:r>
              <a:rPr lang="en-US" sz="1800" b="1" dirty="0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5</a:t>
            </a:r>
            <a:r>
              <a:rPr lang="en-US" sz="1800" dirty="0" smtClean="0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dirty="0" smtClean="0">
                <a:solidFill>
                  <a:srgbClr val="202122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Designed for </a:t>
            </a:r>
            <a:r>
              <a:rPr lang="en-US" sz="1800" dirty="0" smtClean="0"/>
              <a:t>products - </a:t>
            </a:r>
            <a:r>
              <a:rPr lang="en-US" sz="1800" b="1" dirty="0" smtClean="0"/>
              <a:t>highly </a:t>
            </a:r>
            <a:r>
              <a:rPr lang="en-US" sz="1800" b="1" dirty="0"/>
              <a:t>security-intensive markets</a:t>
            </a:r>
            <a:r>
              <a:rPr lang="en-US" sz="1800" dirty="0"/>
              <a:t>, such as governmental, banking, or military </a:t>
            </a:r>
            <a:r>
              <a:rPr lang="en-US" sz="1800" dirty="0" smtClean="0"/>
              <a:t>sectors.</a:t>
            </a:r>
            <a:endParaRPr lang="en-US" sz="1800" dirty="0">
              <a:solidFill>
                <a:srgbClr val="20212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07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n-US" sz="1800" dirty="0"/>
              <a:t>It is a framework where users can specify their Security functional / Assurance requirements (SFR/ SAR) in a Security target (ST) taken from a Protection profile (PP).</a:t>
            </a:r>
            <a:endParaRPr lang="en-IN" sz="1800" dirty="0"/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1800" dirty="0" smtClean="0">
                <a:solidFill>
                  <a:srgbClr val="2021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Certification </a:t>
            </a:r>
            <a:r>
              <a:rPr lang="en-US" sz="1800" dirty="0">
                <a:solidFill>
                  <a:srgbClr val="2021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of a specific version only applies to that version and not the newer version.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n-US" sz="1800" dirty="0">
              <a:solidFill>
                <a:srgbClr val="20212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3996" y="3133381"/>
            <a:ext cx="3840534" cy="3343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839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B9370E08-DAB4-4E3E-87B7-A3CEFAED0D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8638" y="900575"/>
            <a:ext cx="7214886" cy="55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8978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Evaluation Procedure:</a:t>
            </a:r>
            <a:endParaRPr lang="en-IN" dirty="0"/>
          </a:p>
          <a:p>
            <a:pPr lvl="1"/>
            <a:r>
              <a:rPr lang="en-US" dirty="0"/>
              <a:t>With the support of a third party contracted </a:t>
            </a:r>
            <a:r>
              <a:rPr lang="en-US" dirty="0" smtClean="0"/>
              <a:t>laboratory, </a:t>
            </a:r>
            <a:r>
              <a:rPr lang="en-US" b="1" dirty="0" smtClean="0"/>
              <a:t>Common </a:t>
            </a:r>
            <a:r>
              <a:rPr lang="en-US" b="1" dirty="0"/>
              <a:t>Criteria evaluations </a:t>
            </a:r>
            <a:r>
              <a:rPr lang="en-US" dirty="0"/>
              <a:t>of your computer security products and </a:t>
            </a:r>
            <a:r>
              <a:rPr lang="en-US" dirty="0" smtClean="0"/>
              <a:t>systems are performed.</a:t>
            </a:r>
            <a:endParaRPr lang="en-IN" dirty="0"/>
          </a:p>
          <a:p>
            <a:pPr lvl="1"/>
            <a:r>
              <a:rPr lang="en-US" dirty="0"/>
              <a:t>The partner laboratory must first </a:t>
            </a:r>
            <a:r>
              <a:rPr lang="en-US" b="1" dirty="0"/>
              <a:t>define a target of evaluation (TOE) </a:t>
            </a:r>
            <a:r>
              <a:rPr lang="en-US" dirty="0"/>
              <a:t>allowing for further assessment of current and applicable documentation.</a:t>
            </a:r>
            <a:endParaRPr lang="en-IN" dirty="0"/>
          </a:p>
          <a:p>
            <a:pPr lvl="1"/>
            <a:r>
              <a:rPr lang="en-US" dirty="0"/>
              <a:t>Upon completion of the documentation review and a thorough CC evaluation, we can provide you support and help you attain your IT </a:t>
            </a:r>
            <a:r>
              <a:rPr lang="en-US" b="1" dirty="0"/>
              <a:t>product security </a:t>
            </a:r>
            <a:r>
              <a:rPr lang="en-US" b="1" dirty="0" smtClean="0"/>
              <a:t>certification</a:t>
            </a:r>
            <a:r>
              <a:rPr lang="en-US" dirty="0" smtClean="0"/>
              <a:t>.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460" y="3205908"/>
            <a:ext cx="6274840" cy="3403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6968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 smtClean="0"/>
              <a:t>IEC 15408 Components</a:t>
            </a:r>
            <a:endParaRPr lang="en-IN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1" dirty="0"/>
              <a:t>TOE (target of evaluation):</a:t>
            </a:r>
            <a:r>
              <a:rPr lang="en-US" sz="1800" dirty="0"/>
              <a:t> </a:t>
            </a:r>
            <a:endParaRPr lang="en-US" sz="1800" dirty="0" smtClean="0"/>
          </a:p>
          <a:p>
            <a:pPr lvl="1"/>
            <a:r>
              <a:rPr lang="en-US" sz="1800" dirty="0" smtClean="0"/>
              <a:t>The </a:t>
            </a:r>
            <a:r>
              <a:rPr lang="en-US" sz="1800" dirty="0"/>
              <a:t>product or system that is the </a:t>
            </a:r>
            <a:r>
              <a:rPr lang="en-US" sz="1800" b="1" dirty="0"/>
              <a:t>subject of the evaluation</a:t>
            </a:r>
            <a:r>
              <a:rPr lang="en-US" sz="1800" dirty="0"/>
              <a:t>.</a:t>
            </a:r>
            <a:endParaRPr lang="en-IN" sz="1800" dirty="0"/>
          </a:p>
          <a:p>
            <a:pPr lvl="1"/>
            <a:r>
              <a:rPr lang="en-US" sz="1800" dirty="0"/>
              <a:t>It is the product to be </a:t>
            </a:r>
            <a:r>
              <a:rPr lang="en-US" sz="1800" dirty="0" smtClean="0"/>
              <a:t>tested.</a:t>
            </a:r>
            <a:endParaRPr lang="en-US" sz="1800" dirty="0"/>
          </a:p>
          <a:p>
            <a:pPr marL="457200" lvl="1" indent="0">
              <a:buNone/>
            </a:pPr>
            <a:endParaRPr lang="en-IN" sz="18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6280" y="2303734"/>
            <a:ext cx="6447388" cy="4019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5090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1" dirty="0"/>
              <a:t>Protection </a:t>
            </a:r>
            <a:r>
              <a:rPr lang="en-US" sz="1800" b="1" dirty="0" smtClean="0"/>
              <a:t>Profile : </a:t>
            </a:r>
            <a:r>
              <a:rPr lang="en-IN" sz="1800" b="1" dirty="0" smtClean="0"/>
              <a:t>(</a:t>
            </a:r>
            <a:r>
              <a:rPr lang="en-US" sz="1800" b="1" dirty="0" smtClean="0"/>
              <a:t>TYPE </a:t>
            </a:r>
            <a:r>
              <a:rPr lang="en-US" sz="1800" b="1" dirty="0"/>
              <a:t>OF PRODUCT)</a:t>
            </a:r>
            <a:endParaRPr lang="en-IN" sz="1800" dirty="0"/>
          </a:p>
          <a:p>
            <a:pPr lvl="1"/>
            <a:r>
              <a:rPr lang="en-US" sz="1800" dirty="0"/>
              <a:t>It </a:t>
            </a:r>
            <a:r>
              <a:rPr lang="en-US" sz="1800" b="1" dirty="0"/>
              <a:t>identifies security requirements</a:t>
            </a:r>
            <a:r>
              <a:rPr lang="en-US" sz="1800" dirty="0"/>
              <a:t> for a class of security   devices (for example, smart cards used to provide digital signatures, or network firewalls) to the user.</a:t>
            </a:r>
            <a:endParaRPr lang="en-IN" sz="1800" dirty="0"/>
          </a:p>
          <a:p>
            <a:pPr lvl="1"/>
            <a:r>
              <a:rPr lang="en-US" sz="1800" dirty="0"/>
              <a:t>Description about the needed security solutions.</a:t>
            </a:r>
            <a:endParaRPr lang="en-IN" sz="1800" dirty="0"/>
          </a:p>
          <a:p>
            <a:pPr lvl="1"/>
            <a:r>
              <a:rPr lang="en-US" sz="1800" dirty="0"/>
              <a:t>PP serves as a </a:t>
            </a:r>
            <a:r>
              <a:rPr lang="en-US" sz="1800" b="1" dirty="0"/>
              <a:t>template</a:t>
            </a:r>
            <a:r>
              <a:rPr lang="en-US" sz="1800" dirty="0"/>
              <a:t>.</a:t>
            </a:r>
            <a:endParaRPr lang="en-IN" sz="1800" dirty="0"/>
          </a:p>
          <a:p>
            <a:pPr lvl="1"/>
            <a:r>
              <a:rPr lang="en-US" sz="1800" dirty="0"/>
              <a:t>A document </a:t>
            </a:r>
            <a:r>
              <a:rPr lang="en-US" sz="1800" b="1" dirty="0"/>
              <a:t>created by a user/ user community</a:t>
            </a:r>
            <a:r>
              <a:rPr lang="en-US" sz="1800" dirty="0"/>
              <a:t>.</a:t>
            </a:r>
            <a:endParaRPr lang="en-IN" sz="1800" dirty="0"/>
          </a:p>
          <a:p>
            <a:pPr marL="0" indent="0">
              <a:buNone/>
            </a:pPr>
            <a:endParaRPr lang="en-IN" sz="1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767" y="2868906"/>
            <a:ext cx="4700018" cy="3608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5342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 b="1" dirty="0"/>
              <a:t>Security Target:</a:t>
            </a:r>
            <a:endParaRPr lang="en-IN" sz="1800" dirty="0"/>
          </a:p>
          <a:p>
            <a:pPr lvl="1"/>
            <a:r>
              <a:rPr lang="en-US" sz="1800" dirty="0"/>
              <a:t>It is a document </a:t>
            </a:r>
            <a:r>
              <a:rPr lang="en-US" sz="1800" b="1" dirty="0"/>
              <a:t>that identifies the security </a:t>
            </a:r>
            <a:r>
              <a:rPr lang="en-US" sz="1800" b="1" i="1" dirty="0"/>
              <a:t>properties</a:t>
            </a:r>
            <a:r>
              <a:rPr lang="en-US" sz="1800" dirty="0"/>
              <a:t> of the target of evaluation.</a:t>
            </a:r>
            <a:endParaRPr lang="en-IN" sz="1800" dirty="0"/>
          </a:p>
          <a:p>
            <a:pPr lvl="1"/>
            <a:r>
              <a:rPr lang="en-US" sz="1800" dirty="0"/>
              <a:t>Allows to make changes for the evaluation to accurately match the intended capabilities / requirements of their product</a:t>
            </a:r>
            <a:r>
              <a:rPr lang="en-US" sz="1800" dirty="0" smtClean="0"/>
              <a:t>.</a:t>
            </a:r>
          </a:p>
          <a:p>
            <a:pPr lvl="1"/>
            <a:endParaRPr lang="en-IN" sz="1800" dirty="0"/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6328" y="2291918"/>
            <a:ext cx="5163760" cy="4102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4958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Quality Assurance </a:t>
            </a:r>
            <a:r>
              <a:rPr lang="en-US" sz="2800" b="1" dirty="0" smtClean="0"/>
              <a:t>processes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 b="1" dirty="0"/>
              <a:t>The Evaluation Assurance Level (EAL</a:t>
            </a:r>
            <a:r>
              <a:rPr lang="en-US" sz="1800" dirty="0" smtClean="0"/>
              <a:t>)</a:t>
            </a:r>
          </a:p>
          <a:p>
            <a:pPr lvl="1"/>
            <a:r>
              <a:rPr lang="en-US" sz="1800" dirty="0" smtClean="0"/>
              <a:t> </a:t>
            </a:r>
            <a:r>
              <a:rPr lang="en-US" sz="1800" dirty="0"/>
              <a:t>It is the </a:t>
            </a:r>
            <a:r>
              <a:rPr lang="en-US" sz="1800" b="1" dirty="0"/>
              <a:t>numerical rating</a:t>
            </a:r>
            <a:r>
              <a:rPr lang="en-US" sz="1800" dirty="0"/>
              <a:t> used to describe the depth and rigor of a CC evaluation.</a:t>
            </a:r>
            <a:endParaRPr lang="en-IN" sz="1800" dirty="0"/>
          </a:p>
          <a:p>
            <a:pPr lvl="1"/>
            <a:r>
              <a:rPr lang="en-US" sz="1800" dirty="0"/>
              <a:t>Each EAL is corresponded to a package of security assurance requirements for the development of the product.</a:t>
            </a:r>
            <a:endParaRPr lang="en-IN" sz="1800" dirty="0"/>
          </a:p>
          <a:p>
            <a:pPr lvl="1"/>
            <a:r>
              <a:rPr lang="en-US" sz="1800" dirty="0"/>
              <a:t>There are 7 EAL’s from EAL 1-7 (low security to high security).</a:t>
            </a:r>
            <a:endParaRPr lang="en-IN" sz="1800" dirty="0"/>
          </a:p>
          <a:p>
            <a:endParaRPr lang="en-IN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9320623"/>
              </p:ext>
            </p:extLst>
          </p:nvPr>
        </p:nvGraphicFramePr>
        <p:xfrm>
          <a:off x="2401677" y="2434726"/>
          <a:ext cx="6907576" cy="279828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41606"/>
                <a:gridCol w="3465970"/>
              </a:tblGrid>
              <a:tr h="3077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EAL 1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Functionally tested (Black Box)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077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EAL 2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Structurally tested (Black &amp; White Box)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077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EAL 3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Methodically tested and checked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62973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EAL 4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Methodically designed, tested, and reviewed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077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EAL 5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Semi formally designed and tested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62973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EAL 6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Semi formally verified, designed, and tested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077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EAL 7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Formally verified, designed, and tested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35697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FDD4A73-EBCC-47C8-B6BD-9C4154F29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Services offered by IEC 15408: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spcAft>
                <a:spcPts val="1500"/>
              </a:spcAft>
              <a:buSzPts val="1000"/>
              <a:tabLst>
                <a:tab pos="457200" algn="l"/>
              </a:tabLst>
            </a:pPr>
            <a:r>
              <a:rPr lang="en-US" sz="1800" dirty="0">
                <a:solidFill>
                  <a:srgbClr val="333333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Professional support and help with the evaluation along with certification of your product.</a:t>
            </a:r>
            <a:endParaRPr lang="en-US" sz="1800" dirty="0">
              <a:effectLst/>
              <a:ea typeface="Times New Roman" panose="02020603050405020304" pitchFamily="18" charset="0"/>
            </a:endParaRPr>
          </a:p>
          <a:p>
            <a:pPr lvl="1">
              <a:spcAft>
                <a:spcPts val="1500"/>
              </a:spcAft>
              <a:buSzPts val="1000"/>
              <a:tabLst>
                <a:tab pos="457200" algn="l"/>
              </a:tabLst>
            </a:pPr>
            <a:r>
              <a:rPr lang="en-US" sz="1800" dirty="0">
                <a:solidFill>
                  <a:srgbClr val="333333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Well-trained personnel with in-depth knowledge of the Common Criteria standard.</a:t>
            </a:r>
            <a:endParaRPr lang="en-US" sz="1800" dirty="0">
              <a:effectLst/>
              <a:ea typeface="Times New Roman" panose="02020603050405020304" pitchFamily="18" charset="0"/>
            </a:endParaRPr>
          </a:p>
          <a:p>
            <a:pPr lvl="1">
              <a:spcAft>
                <a:spcPts val="1500"/>
              </a:spcAft>
              <a:buSzPts val="1000"/>
              <a:tabLst>
                <a:tab pos="457200" algn="l"/>
              </a:tabLst>
            </a:pPr>
            <a:r>
              <a:rPr lang="en-US" sz="1800" dirty="0">
                <a:solidFill>
                  <a:srgbClr val="333333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Reliable and extensive evaluation services from an independent Certification Body.</a:t>
            </a:r>
            <a:endParaRPr lang="en-US" sz="1800" dirty="0">
              <a:effectLst/>
              <a:ea typeface="Times New Roman" panose="02020603050405020304" pitchFamily="18" charset="0"/>
            </a:endParaRPr>
          </a:p>
          <a:p>
            <a:pPr lvl="1">
              <a:buSzPts val="1000"/>
              <a:tabLst>
                <a:tab pos="457200" algn="l"/>
              </a:tabLst>
            </a:pPr>
            <a:r>
              <a:rPr lang="en-US" sz="1800" dirty="0">
                <a:solidFill>
                  <a:srgbClr val="333333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Tailored consultancy on IT product security and certification.</a:t>
            </a:r>
            <a:endParaRPr lang="en-US" sz="1800" dirty="0">
              <a:effectLst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5710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IEC </a:t>
            </a:r>
            <a:r>
              <a:rPr lang="en-US" sz="2800" b="1" dirty="0" smtClean="0"/>
              <a:t>62443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 smtClean="0"/>
              <a:t>Developed </a:t>
            </a:r>
            <a:r>
              <a:rPr lang="en-US" b="1" dirty="0"/>
              <a:t>by the ISA99 committee</a:t>
            </a:r>
            <a:r>
              <a:rPr lang="en-US" dirty="0"/>
              <a:t> and </a:t>
            </a:r>
            <a:r>
              <a:rPr lang="en-US" b="1" dirty="0"/>
              <a:t>adopted by the International </a:t>
            </a:r>
            <a:r>
              <a:rPr lang="en-US" b="1" dirty="0" err="1" smtClean="0"/>
              <a:t>Electrotechnical</a:t>
            </a:r>
            <a:r>
              <a:rPr lang="en-US" b="1" dirty="0" smtClean="0"/>
              <a:t> </a:t>
            </a:r>
            <a:r>
              <a:rPr lang="en-US" b="1" dirty="0"/>
              <a:t>Commission (IEC</a:t>
            </a:r>
            <a:r>
              <a:rPr lang="en-US" b="1" dirty="0" smtClean="0"/>
              <a:t>).</a:t>
            </a:r>
          </a:p>
          <a:p>
            <a:r>
              <a:rPr lang="en-US" dirty="0"/>
              <a:t>It helps organizations to reduce both the risk of system failure and the exposure to cyber threats.</a:t>
            </a:r>
            <a:endParaRPr lang="en-IN" dirty="0"/>
          </a:p>
          <a:p>
            <a:pPr lvl="0"/>
            <a:r>
              <a:rPr lang="en-US" dirty="0"/>
              <a:t>Main security objectives of IEC 62443 are in-depth </a:t>
            </a:r>
            <a:r>
              <a:rPr lang="en-US" dirty="0" smtClean="0"/>
              <a:t>defense.</a:t>
            </a:r>
          </a:p>
          <a:p>
            <a:pPr lvl="1"/>
            <a:r>
              <a:rPr lang="en-US" dirty="0" smtClean="0"/>
              <a:t>i.e., taking low level requirements and extending security to other areas to consider different attacks. </a:t>
            </a:r>
          </a:p>
          <a:p>
            <a:pPr lvl="0"/>
            <a:endParaRPr lang="en-IN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95975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 smtClean="0"/>
              <a:t>Fundamental requirements of IEC 62443</a:t>
            </a:r>
            <a:endParaRPr lang="en-IN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dirty="0"/>
              <a:t>The seven fundamental requirements of the IEC 62443 standard:</a:t>
            </a:r>
            <a:endParaRPr lang="en-IN" sz="2000" dirty="0"/>
          </a:p>
          <a:p>
            <a:pPr marL="914400" lvl="1" indent="-457200" fontAlgn="base">
              <a:buFont typeface="+mj-lt"/>
              <a:buAutoNum type="arabicPeriod"/>
            </a:pPr>
            <a:r>
              <a:rPr lang="en-US" sz="2400" dirty="0"/>
              <a:t>Identify and authenticate all users (people, software processes and devices) before authorizing access to a system.</a:t>
            </a:r>
            <a:endParaRPr lang="en-IN" sz="2000" dirty="0"/>
          </a:p>
          <a:p>
            <a:pPr marL="914400" lvl="1" indent="-457200" fontAlgn="base">
              <a:buFont typeface="+mj-lt"/>
              <a:buAutoNum type="arabicPeriod"/>
            </a:pPr>
            <a:r>
              <a:rPr lang="en-US" sz="2400" dirty="0"/>
              <a:t>control use (enforce the privileges assigned to an authenticated user).</a:t>
            </a:r>
            <a:endParaRPr lang="en-IN" sz="2000" dirty="0"/>
          </a:p>
          <a:p>
            <a:pPr marL="914400" lvl="1" indent="-457200" fontAlgn="base">
              <a:buFont typeface="+mj-lt"/>
              <a:buAutoNum type="arabicPeriod"/>
            </a:pPr>
            <a:r>
              <a:rPr lang="en-US" sz="2400" dirty="0"/>
              <a:t>ensure the integrity of data, software, and equipment.</a:t>
            </a:r>
            <a:endParaRPr lang="en-IN" sz="2000" dirty="0"/>
          </a:p>
          <a:p>
            <a:pPr marL="914400" lvl="1" indent="-457200" fontAlgn="base">
              <a:buFont typeface="+mj-lt"/>
              <a:buAutoNum type="arabicPeriod"/>
            </a:pPr>
            <a:r>
              <a:rPr lang="en-US" sz="2400" dirty="0"/>
              <a:t>ensure the confidentiality of information in data flows, and in data storage spaces.</a:t>
            </a:r>
            <a:endParaRPr lang="en-IN" sz="2000" dirty="0"/>
          </a:p>
          <a:p>
            <a:pPr marL="914400" lvl="1" indent="-457200" fontAlgn="base">
              <a:buFont typeface="+mj-lt"/>
              <a:buAutoNum type="arabicPeriod"/>
            </a:pPr>
            <a:r>
              <a:rPr lang="en-US" sz="2400" dirty="0"/>
              <a:t>restrict unnecessary data flows.</a:t>
            </a:r>
            <a:endParaRPr lang="en-IN" sz="2000" dirty="0"/>
          </a:p>
          <a:p>
            <a:pPr marL="914400" lvl="1" indent="-457200" fontAlgn="base">
              <a:buFont typeface="+mj-lt"/>
              <a:buAutoNum type="arabicPeriod"/>
            </a:pPr>
            <a:r>
              <a:rPr lang="en-US" sz="2400" dirty="0"/>
              <a:t>respond to attacks by informing the competent authority in a timely manner.</a:t>
            </a:r>
            <a:endParaRPr lang="en-IN" sz="2000" dirty="0"/>
          </a:p>
          <a:p>
            <a:pPr marL="914400" lvl="1" indent="-457200" fontAlgn="base">
              <a:buFont typeface="+mj-lt"/>
              <a:buAutoNum type="arabicPeriod"/>
            </a:pPr>
            <a:r>
              <a:rPr lang="en-US" sz="2400" dirty="0"/>
              <a:t>and ensure that the system is resilient against a </a:t>
            </a:r>
            <a:r>
              <a:rPr lang="en-US" sz="2400" dirty="0" err="1"/>
              <a:t>DDoS</a:t>
            </a:r>
            <a:r>
              <a:rPr lang="en-US" sz="2400" dirty="0"/>
              <a:t> attack.</a:t>
            </a:r>
            <a:endParaRPr lang="en-IN" sz="20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08863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ISA/ IEC 62443 consists of 14 documents divided into four groups: </a:t>
            </a:r>
            <a:endParaRPr lang="en-IN" dirty="0"/>
          </a:p>
          <a:p>
            <a:pPr lvl="1"/>
            <a:r>
              <a:rPr lang="en-US" dirty="0"/>
              <a:t>General</a:t>
            </a:r>
            <a:endParaRPr lang="en-IN" dirty="0"/>
          </a:p>
          <a:p>
            <a:pPr lvl="1"/>
            <a:r>
              <a:rPr lang="en-US" dirty="0"/>
              <a:t>Policies and Procedures</a:t>
            </a:r>
            <a:endParaRPr lang="en-IN" dirty="0"/>
          </a:p>
          <a:p>
            <a:pPr lvl="1"/>
            <a:r>
              <a:rPr lang="en-US" dirty="0"/>
              <a:t>System </a:t>
            </a:r>
            <a:endParaRPr lang="en-IN" dirty="0"/>
          </a:p>
          <a:p>
            <a:pPr lvl="1"/>
            <a:r>
              <a:rPr lang="en-US" dirty="0"/>
              <a:t>Component.</a:t>
            </a:r>
            <a:endParaRPr lang="en-IN" dirty="0"/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0554" y="2309296"/>
            <a:ext cx="5944115" cy="3913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9811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The key standards in the IEC 62443 series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u="sng" dirty="0" smtClean="0"/>
              <a:t>IEC 62443-4-1 (</a:t>
            </a:r>
            <a:r>
              <a:rPr lang="en-IN" sz="1800" b="1" u="sng" dirty="0"/>
              <a:t> </a:t>
            </a:r>
            <a:r>
              <a:rPr lang="en-IN" sz="1800" b="1" u="sng" dirty="0" smtClean="0"/>
              <a:t>Secure </a:t>
            </a:r>
            <a:r>
              <a:rPr lang="en-IN" sz="1800" b="1" u="sng" dirty="0"/>
              <a:t>development lifecycle </a:t>
            </a:r>
            <a:r>
              <a:rPr lang="en-IN" sz="1800" b="1" u="sng" dirty="0" smtClean="0"/>
              <a:t>requirements )</a:t>
            </a:r>
          </a:p>
          <a:p>
            <a:r>
              <a:rPr lang="en-IN" sz="1800" dirty="0" smtClean="0"/>
              <a:t>Specifies </a:t>
            </a:r>
            <a:r>
              <a:rPr lang="en-IN" sz="1800" dirty="0"/>
              <a:t>process requirements for the secure development of </a:t>
            </a:r>
            <a:r>
              <a:rPr lang="en-IN" sz="1800" dirty="0" smtClean="0"/>
              <a:t>products.</a:t>
            </a:r>
          </a:p>
          <a:p>
            <a:r>
              <a:rPr lang="en-IN" sz="1800" dirty="0" smtClean="0"/>
              <a:t>Lifecycle includes security </a:t>
            </a:r>
            <a:r>
              <a:rPr lang="en-IN" sz="1800" dirty="0"/>
              <a:t>requirements definition, secure design, secure implementation (including coding guidelines), verification and validation, defect management, patch management and product end-of-life</a:t>
            </a:r>
            <a:r>
              <a:rPr lang="en-IN" sz="1800" dirty="0" smtClean="0"/>
              <a:t>.</a:t>
            </a:r>
          </a:p>
          <a:p>
            <a:r>
              <a:rPr lang="en-IN" sz="1800" dirty="0"/>
              <a:t>These requirements can be applied to new /</a:t>
            </a:r>
            <a:r>
              <a:rPr lang="en-IN" sz="1800" dirty="0" smtClean="0"/>
              <a:t> </a:t>
            </a:r>
            <a:r>
              <a:rPr lang="en-IN" sz="1800" dirty="0"/>
              <a:t>existing processes </a:t>
            </a:r>
            <a:r>
              <a:rPr lang="en-IN" sz="1800" dirty="0" smtClean="0"/>
              <a:t>for</a:t>
            </a:r>
          </a:p>
          <a:p>
            <a:pPr marL="0" indent="0">
              <a:buNone/>
            </a:pPr>
            <a:r>
              <a:rPr lang="en-IN" sz="1800" dirty="0" smtClean="0"/>
              <a:t>	 - developing</a:t>
            </a:r>
          </a:p>
          <a:p>
            <a:pPr marL="0" indent="0">
              <a:buNone/>
            </a:pPr>
            <a:r>
              <a:rPr lang="en-IN" sz="1800" dirty="0"/>
              <a:t>	</a:t>
            </a:r>
            <a:r>
              <a:rPr lang="en-IN" sz="1800" dirty="0" smtClean="0"/>
              <a:t> - maintaining</a:t>
            </a:r>
            <a:br>
              <a:rPr lang="en-IN" sz="1800" dirty="0" smtClean="0"/>
            </a:br>
            <a:r>
              <a:rPr lang="en-IN" sz="1800" dirty="0" smtClean="0"/>
              <a:t>	 - retiring </a:t>
            </a:r>
            <a:r>
              <a:rPr lang="en-IN" sz="1800" dirty="0"/>
              <a:t>hardware, software, or firmware</a:t>
            </a:r>
            <a:r>
              <a:rPr lang="en-IN" sz="1800" dirty="0" smtClean="0"/>
              <a:t>.</a:t>
            </a:r>
          </a:p>
          <a:p>
            <a:pPr lvl="1"/>
            <a:endParaRPr lang="en-IN" sz="1800" dirty="0"/>
          </a:p>
          <a:p>
            <a:pPr lvl="1"/>
            <a:endParaRPr lang="en-IN" sz="1800" dirty="0" smtClean="0"/>
          </a:p>
          <a:p>
            <a:pPr lvl="1"/>
            <a:endParaRPr lang="en-IN" sz="1800" dirty="0"/>
          </a:p>
          <a:p>
            <a:pPr marL="457200" lvl="1" indent="0">
              <a:buNone/>
            </a:pPr>
            <a:endParaRPr lang="en-IN" sz="1800" dirty="0"/>
          </a:p>
          <a:p>
            <a:pPr marL="457200" lvl="1" indent="0">
              <a:buNone/>
            </a:pPr>
            <a:endParaRPr lang="en-IN" sz="1800" dirty="0"/>
          </a:p>
          <a:p>
            <a:endParaRPr lang="en-IN" sz="1800" dirty="0"/>
          </a:p>
        </p:txBody>
      </p:sp>
      <p:pic>
        <p:nvPicPr>
          <p:cNvPr id="2050" name="Picture 2" descr="ISA IEC 62443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041" y="3918331"/>
            <a:ext cx="9186729" cy="1986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61140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1" indent="0">
              <a:spcBef>
                <a:spcPts val="1000"/>
              </a:spcBef>
              <a:buNone/>
            </a:pPr>
            <a:r>
              <a:rPr lang="en-IN" sz="1800" b="1" u="sng" dirty="0" smtClean="0"/>
              <a:t>IEC 62443-4-2 ( IACS </a:t>
            </a:r>
            <a:r>
              <a:rPr lang="en-IN" sz="1800" b="1" u="sng" dirty="0"/>
              <a:t>components security </a:t>
            </a:r>
            <a:r>
              <a:rPr lang="en-IN" sz="1800" b="1" u="sng" dirty="0" smtClean="0"/>
              <a:t>specifications )</a:t>
            </a:r>
            <a:endParaRPr lang="en-IN" sz="1800" b="1" u="sng" dirty="0"/>
          </a:p>
          <a:p>
            <a:r>
              <a:rPr lang="en-IN" sz="1800" dirty="0" smtClean="0"/>
              <a:t>Provides </a:t>
            </a:r>
            <a:r>
              <a:rPr lang="en-IN" sz="1800" dirty="0"/>
              <a:t>the </a:t>
            </a:r>
            <a:r>
              <a:rPr lang="en-IN" sz="1800" dirty="0" smtClean="0"/>
              <a:t>cyber security </a:t>
            </a:r>
            <a:r>
              <a:rPr lang="en-IN" sz="1800" dirty="0"/>
              <a:t>technical requirements for components that make up an </a:t>
            </a:r>
            <a:r>
              <a:rPr lang="en-IN" sz="1800" dirty="0" smtClean="0"/>
              <a:t>IACS.</a:t>
            </a:r>
          </a:p>
          <a:p>
            <a:pPr lvl="1"/>
            <a:r>
              <a:rPr lang="en-IN" sz="1800" dirty="0" smtClean="0"/>
              <a:t>Mostly for </a:t>
            </a:r>
            <a:r>
              <a:rPr lang="en-IN" sz="1800" dirty="0"/>
              <a:t>embedded devices, network components, host components and software applications. </a:t>
            </a:r>
          </a:p>
          <a:p>
            <a:r>
              <a:rPr lang="en-IN" sz="1800" dirty="0" smtClean="0"/>
              <a:t>The standard </a:t>
            </a:r>
            <a:r>
              <a:rPr lang="en-IN" sz="1800" dirty="0"/>
              <a:t>sets forth security capabilities that enable a component to mitigate </a:t>
            </a:r>
            <a:r>
              <a:rPr lang="en-IN" sz="1800" dirty="0" smtClean="0"/>
              <a:t>threats.</a:t>
            </a:r>
            <a:r>
              <a:rPr lang="en-IN" sz="1800" dirty="0"/>
              <a:t> </a:t>
            </a:r>
            <a:endParaRPr lang="en-IN" sz="1800" dirty="0" smtClean="0"/>
          </a:p>
          <a:p>
            <a:endParaRPr lang="en-IN" sz="1800" dirty="0"/>
          </a:p>
          <a:p>
            <a:pPr marL="0" indent="0">
              <a:buNone/>
            </a:pPr>
            <a:endParaRPr lang="en-IN" sz="1800" dirty="0"/>
          </a:p>
          <a:p>
            <a:pPr marL="0" lvl="1" indent="0">
              <a:spcBef>
                <a:spcPts val="1000"/>
              </a:spcBef>
              <a:buNone/>
            </a:pPr>
            <a:r>
              <a:rPr lang="en-IN" sz="1800" b="1" u="sng" dirty="0"/>
              <a:t>IEC 62443-3-3 ( security requirements and the security level </a:t>
            </a:r>
            <a:r>
              <a:rPr lang="en-IN" sz="1800" b="1" u="sng" dirty="0" smtClean="0"/>
              <a:t>)</a:t>
            </a:r>
            <a:endParaRPr lang="en-IN" sz="1800" dirty="0"/>
          </a:p>
          <a:p>
            <a:r>
              <a:rPr lang="en-IN" sz="1800" dirty="0" smtClean="0"/>
              <a:t>Defines </a:t>
            </a:r>
            <a:r>
              <a:rPr lang="en-IN" sz="1800" dirty="0"/>
              <a:t>the security assurance levels of the IACS components. </a:t>
            </a:r>
            <a:endParaRPr lang="en-IN" sz="1800" dirty="0" smtClean="0"/>
          </a:p>
          <a:p>
            <a:r>
              <a:rPr lang="en-IN" sz="1800" dirty="0" smtClean="0"/>
              <a:t>It includes the 4 security levels.</a:t>
            </a:r>
          </a:p>
          <a:p>
            <a:endParaRPr lang="en-IN" sz="1800" dirty="0" smtClean="0"/>
          </a:p>
          <a:p>
            <a:pPr marL="0" indent="0">
              <a:buNone/>
            </a:pPr>
            <a:r>
              <a:rPr lang="en-IN" sz="1800" dirty="0" smtClean="0"/>
              <a:t> 	</a:t>
            </a:r>
            <a:endParaRPr lang="en-IN" sz="1800" b="1" dirty="0"/>
          </a:p>
        </p:txBody>
      </p:sp>
    </p:spTree>
    <p:extLst>
      <p:ext uri="{BB962C8B-B14F-4D97-AF65-F5344CB8AC3E}">
        <p14:creationId xmlns:p14="http://schemas.microsoft.com/office/powerpoint/2010/main" val="5479990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800" b="1" dirty="0" smtClean="0"/>
              <a:t>Level </a:t>
            </a:r>
            <a:r>
              <a:rPr lang="en-IN" sz="1800" b="1" dirty="0"/>
              <a:t>1 and  Level 2 </a:t>
            </a:r>
            <a:r>
              <a:rPr lang="en-IN" sz="1800" dirty="0"/>
              <a:t>correspond to threats originating from either insiders, such as careless or disgruntled employees or contractors, or intruders with low skills and motivation.</a:t>
            </a:r>
          </a:p>
          <a:p>
            <a:r>
              <a:rPr lang="en-IN" sz="1800" b="1" dirty="0"/>
              <a:t>Levels 3 and  Level 4 </a:t>
            </a:r>
            <a:r>
              <a:rPr lang="en-IN" sz="1800" dirty="0"/>
              <a:t>are related to threats from “professional” cyber criminals, industrial espionage or state-sponsored malicious actors.</a:t>
            </a:r>
          </a:p>
          <a:p>
            <a:pPr marL="228600" lvl="1">
              <a:spcBef>
                <a:spcPts val="1000"/>
              </a:spcBef>
            </a:pPr>
            <a:endParaRPr lang="en-IN" sz="1800" dirty="0" smtClean="0"/>
          </a:p>
          <a:p>
            <a:pPr marL="228600" lvl="1">
              <a:spcBef>
                <a:spcPts val="1000"/>
              </a:spcBef>
            </a:pPr>
            <a:endParaRPr lang="en-IN" sz="1800" dirty="0"/>
          </a:p>
          <a:p>
            <a:pPr marL="228600" lvl="1">
              <a:spcBef>
                <a:spcPts val="1000"/>
              </a:spcBef>
            </a:pPr>
            <a:endParaRPr lang="en-IN" sz="1800" dirty="0" smtClean="0"/>
          </a:p>
          <a:p>
            <a:pPr marL="228600" lvl="1">
              <a:spcBef>
                <a:spcPts val="1000"/>
              </a:spcBef>
            </a:pPr>
            <a:endParaRPr lang="en-IN" sz="1800" dirty="0"/>
          </a:p>
          <a:p>
            <a:pPr marL="228600" lvl="1">
              <a:spcBef>
                <a:spcPts val="1000"/>
              </a:spcBef>
            </a:pPr>
            <a:endParaRPr lang="en-IN" sz="1800" dirty="0" smtClean="0"/>
          </a:p>
          <a:p>
            <a:pPr marL="228600" lvl="1">
              <a:spcBef>
                <a:spcPts val="1000"/>
              </a:spcBef>
            </a:pPr>
            <a:endParaRPr lang="en-IN" sz="1800" dirty="0" smtClean="0"/>
          </a:p>
          <a:p>
            <a:pPr marL="228600" lvl="1">
              <a:spcBef>
                <a:spcPts val="1000"/>
              </a:spcBef>
            </a:pPr>
            <a:endParaRPr lang="en-IN" sz="1800" dirty="0"/>
          </a:p>
          <a:p>
            <a:pPr marL="228600" lvl="1">
              <a:spcBef>
                <a:spcPts val="1000"/>
              </a:spcBef>
            </a:pPr>
            <a:endParaRPr lang="en-IN" sz="1800" dirty="0" smtClean="0"/>
          </a:p>
          <a:p>
            <a:pPr marL="228600" lvl="1">
              <a:spcBef>
                <a:spcPts val="1000"/>
              </a:spcBef>
            </a:pPr>
            <a:endParaRPr lang="en-IN" sz="1800" dirty="0"/>
          </a:p>
          <a:p>
            <a:pPr marL="228600" lvl="1">
              <a:spcBef>
                <a:spcPts val="1000"/>
              </a:spcBef>
            </a:pPr>
            <a:endParaRPr lang="en-IN" sz="1800" dirty="0"/>
          </a:p>
          <a:p>
            <a:pPr marL="228600" lvl="1">
              <a:spcBef>
                <a:spcPts val="1000"/>
              </a:spcBef>
            </a:pPr>
            <a:endParaRPr lang="en-IN" sz="1800" dirty="0"/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631" y="2398311"/>
            <a:ext cx="4667251" cy="2957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1978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lvl="1" indent="-285750">
              <a:spcBef>
                <a:spcPts val="1000"/>
              </a:spcBef>
            </a:pPr>
            <a:r>
              <a:rPr lang="en-IN" sz="1800" dirty="0"/>
              <a:t>In addition, IEC 62443-3-3 defines the security Foundational Requirements</a:t>
            </a:r>
            <a:r>
              <a:rPr lang="en-IN" sz="1800" dirty="0" smtClean="0"/>
              <a:t>,</a:t>
            </a:r>
            <a:endParaRPr lang="en-IN" sz="1800" b="1" u="sng" dirty="0" smtClean="0"/>
          </a:p>
          <a:p>
            <a:pPr marL="285750" lvl="1" indent="-285750">
              <a:spcBef>
                <a:spcPts val="1000"/>
              </a:spcBef>
            </a:pPr>
            <a:r>
              <a:rPr lang="en-IN" sz="1800" dirty="0" smtClean="0"/>
              <a:t>It includes :</a:t>
            </a:r>
          </a:p>
          <a:p>
            <a:pPr marL="800100" lvl="2" indent="-342900">
              <a:spcBef>
                <a:spcPts val="1000"/>
              </a:spcBef>
              <a:buFont typeface="+mj-lt"/>
              <a:buAutoNum type="arabicPeriod"/>
            </a:pPr>
            <a:r>
              <a:rPr lang="en-IN" sz="1800" dirty="0" smtClean="0"/>
              <a:t>processes </a:t>
            </a:r>
            <a:r>
              <a:rPr lang="en-IN" sz="1800" dirty="0"/>
              <a:t>for user </a:t>
            </a:r>
            <a:r>
              <a:rPr lang="en-IN" sz="1800" dirty="0" smtClean="0"/>
              <a:t>authentication</a:t>
            </a:r>
          </a:p>
          <a:p>
            <a:pPr marL="800100" lvl="2" indent="-342900">
              <a:spcBef>
                <a:spcPts val="1000"/>
              </a:spcBef>
              <a:buFont typeface="+mj-lt"/>
              <a:buAutoNum type="arabicPeriod"/>
            </a:pPr>
            <a:r>
              <a:rPr lang="en-IN" sz="1800" dirty="0" smtClean="0"/>
              <a:t> </a:t>
            </a:r>
            <a:r>
              <a:rPr lang="en-IN" sz="1800" dirty="0"/>
              <a:t>enforcement of roles and </a:t>
            </a:r>
            <a:r>
              <a:rPr lang="en-IN" sz="1800" dirty="0" smtClean="0"/>
              <a:t>responsibilities</a:t>
            </a:r>
          </a:p>
          <a:p>
            <a:pPr marL="800100" lvl="2" indent="-342900">
              <a:spcBef>
                <a:spcPts val="1000"/>
              </a:spcBef>
              <a:buFont typeface="+mj-lt"/>
              <a:buAutoNum type="arabicPeriod"/>
            </a:pPr>
            <a:r>
              <a:rPr lang="en-IN" sz="1800" dirty="0" smtClean="0"/>
              <a:t>change management</a:t>
            </a:r>
          </a:p>
          <a:p>
            <a:pPr marL="800100" lvl="2" indent="-342900">
              <a:spcBef>
                <a:spcPts val="1000"/>
              </a:spcBef>
              <a:buFont typeface="+mj-lt"/>
              <a:buAutoNum type="arabicPeriod"/>
            </a:pPr>
            <a:r>
              <a:rPr lang="en-IN" sz="1800" dirty="0" smtClean="0"/>
              <a:t>use </a:t>
            </a:r>
            <a:r>
              <a:rPr lang="en-IN" sz="1800" dirty="0"/>
              <a:t>of </a:t>
            </a:r>
            <a:r>
              <a:rPr lang="en-IN" sz="1800" dirty="0" smtClean="0"/>
              <a:t>encryption</a:t>
            </a:r>
          </a:p>
          <a:p>
            <a:pPr marL="800100" lvl="2" indent="-342900">
              <a:spcBef>
                <a:spcPts val="1000"/>
              </a:spcBef>
              <a:buFont typeface="+mj-lt"/>
              <a:buAutoNum type="arabicPeriod"/>
            </a:pPr>
            <a:r>
              <a:rPr lang="en-IN" sz="1800" dirty="0" smtClean="0"/>
              <a:t> </a:t>
            </a:r>
            <a:r>
              <a:rPr lang="en-IN" sz="1800" dirty="0"/>
              <a:t>network </a:t>
            </a:r>
            <a:r>
              <a:rPr lang="en-IN" sz="1800" dirty="0" smtClean="0"/>
              <a:t>segmentation</a:t>
            </a:r>
          </a:p>
          <a:p>
            <a:pPr marL="800100" lvl="2" indent="-342900">
              <a:spcBef>
                <a:spcPts val="1000"/>
              </a:spcBef>
              <a:buFont typeface="+mj-lt"/>
              <a:buAutoNum type="arabicPeriod"/>
            </a:pPr>
            <a:r>
              <a:rPr lang="en-IN" sz="1800" dirty="0" smtClean="0"/>
              <a:t>audit logs</a:t>
            </a:r>
            <a:endParaRPr lang="en-IN" sz="1800" dirty="0"/>
          </a:p>
          <a:p>
            <a:pPr marL="800100" lvl="2" indent="-342900">
              <a:spcBef>
                <a:spcPts val="1000"/>
              </a:spcBef>
              <a:buFont typeface="+mj-lt"/>
              <a:buAutoNum type="arabicPeriod"/>
            </a:pPr>
            <a:r>
              <a:rPr lang="en-IN" sz="1800" dirty="0" smtClean="0"/>
              <a:t> </a:t>
            </a:r>
            <a:r>
              <a:rPr lang="en-IN" sz="1800" dirty="0"/>
              <a:t>system backup and recovery.</a:t>
            </a:r>
            <a:endParaRPr lang="en-IN" sz="1800" b="1" u="sng" dirty="0"/>
          </a:p>
          <a:p>
            <a:pPr marL="0" lvl="1" indent="0">
              <a:spcBef>
                <a:spcPts val="1000"/>
              </a:spcBef>
              <a:buNone/>
            </a:pPr>
            <a:endParaRPr lang="en-IN" sz="1800" b="1" u="sng" dirty="0" smtClean="0"/>
          </a:p>
          <a:p>
            <a:pPr marL="0" lvl="1" indent="0">
              <a:spcBef>
                <a:spcPts val="1000"/>
              </a:spcBef>
              <a:buNone/>
            </a:pPr>
            <a:endParaRPr lang="en-IN" sz="1800" b="1" u="sng" dirty="0"/>
          </a:p>
          <a:p>
            <a:pPr marL="0" lvl="1" indent="0">
              <a:spcBef>
                <a:spcPts val="1000"/>
              </a:spcBef>
              <a:buNone/>
            </a:pPr>
            <a:endParaRPr lang="en-IN" sz="1800" b="1" u="sng" dirty="0" smtClean="0"/>
          </a:p>
          <a:p>
            <a:pPr marL="0" lvl="1" indent="0">
              <a:spcBef>
                <a:spcPts val="1000"/>
              </a:spcBef>
              <a:buNone/>
            </a:pPr>
            <a:endParaRPr lang="en-IN" sz="1800" b="1" u="sng" dirty="0"/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7120" y="1603929"/>
            <a:ext cx="4490847" cy="3904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9340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ISA/IEC 62443 Cyber security Certification Programs</a:t>
            </a:r>
            <a:endParaRPr lang="en-IN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Certificate </a:t>
            </a:r>
            <a:r>
              <a:rPr lang="en-US" b="1" dirty="0"/>
              <a:t>1:</a:t>
            </a:r>
            <a:r>
              <a:rPr lang="en-US" dirty="0"/>
              <a:t> ISA/IEC 62443 </a:t>
            </a:r>
            <a:r>
              <a:rPr lang="en-US" dirty="0" smtClean="0"/>
              <a:t>Cyber security </a:t>
            </a:r>
            <a:r>
              <a:rPr lang="en-US" dirty="0"/>
              <a:t>Fundamentals Specialist.</a:t>
            </a:r>
            <a:endParaRPr lang="en-IN" dirty="0"/>
          </a:p>
          <a:p>
            <a:r>
              <a:rPr lang="en-US" b="1" dirty="0"/>
              <a:t>Certificate 2:</a:t>
            </a:r>
            <a:r>
              <a:rPr lang="en-US" dirty="0"/>
              <a:t> ISA/IEC 62443 </a:t>
            </a:r>
            <a:r>
              <a:rPr lang="en-US" dirty="0" smtClean="0"/>
              <a:t>Cyber security </a:t>
            </a:r>
            <a:r>
              <a:rPr lang="en-US" dirty="0"/>
              <a:t>Risk Assessment Specialist.</a:t>
            </a:r>
            <a:endParaRPr lang="en-IN" dirty="0"/>
          </a:p>
          <a:p>
            <a:r>
              <a:rPr lang="en-US" b="1" dirty="0"/>
              <a:t>Certificate 3:</a:t>
            </a:r>
            <a:r>
              <a:rPr lang="en-US" dirty="0"/>
              <a:t> ISA/IEC 62443 </a:t>
            </a:r>
            <a:r>
              <a:rPr lang="en-US" dirty="0" smtClean="0"/>
              <a:t>Cyber security </a:t>
            </a:r>
            <a:r>
              <a:rPr lang="en-US" dirty="0"/>
              <a:t>Design Specialist.</a:t>
            </a:r>
            <a:endParaRPr lang="en-IN" dirty="0"/>
          </a:p>
          <a:p>
            <a:r>
              <a:rPr lang="en-US" b="1" dirty="0"/>
              <a:t>Certificate 4:</a:t>
            </a:r>
            <a:r>
              <a:rPr lang="en-US" dirty="0"/>
              <a:t> ISA/IEC 62443 </a:t>
            </a:r>
            <a:r>
              <a:rPr lang="en-US" dirty="0" smtClean="0"/>
              <a:t>Cyber security </a:t>
            </a:r>
            <a:r>
              <a:rPr lang="en-US" dirty="0"/>
              <a:t>Maintenance Specialist.</a:t>
            </a:r>
            <a:endParaRPr lang="en-IN" dirty="0"/>
          </a:p>
          <a:p>
            <a:r>
              <a:rPr lang="en-US" b="1" dirty="0"/>
              <a:t>ISA/IEC 62443 </a:t>
            </a:r>
            <a:r>
              <a:rPr lang="en-US" b="1" dirty="0" smtClean="0"/>
              <a:t>Cyber security </a:t>
            </a:r>
            <a:r>
              <a:rPr lang="en-US" b="1" dirty="0"/>
              <a:t>Expert:</a:t>
            </a:r>
            <a:r>
              <a:rPr lang="en-US" dirty="0"/>
              <a:t> Individuals who achieve Certificates 1, 2, 3, and 4 are designated as ISA/IEC 62443 </a:t>
            </a:r>
            <a:r>
              <a:rPr lang="en-US" dirty="0" smtClean="0"/>
              <a:t>Cyber security </a:t>
            </a:r>
            <a:r>
              <a:rPr lang="en-US" dirty="0"/>
              <a:t>Experts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IN" dirty="0"/>
          </a:p>
          <a:p>
            <a:r>
              <a:rPr lang="en-US" dirty="0"/>
              <a:t>Link for the certification requirements and training course:</a:t>
            </a:r>
            <a:endParaRPr lang="en-IN" dirty="0"/>
          </a:p>
          <a:p>
            <a:pPr marL="0" indent="0">
              <a:buNone/>
            </a:pPr>
            <a:r>
              <a:rPr lang="en-US" u="sng" dirty="0" smtClean="0">
                <a:hlinkClick r:id="rId2"/>
              </a:rPr>
              <a:t>https</a:t>
            </a:r>
            <a:r>
              <a:rPr lang="en-US" u="sng" dirty="0">
                <a:hlinkClick r:id="rId2"/>
              </a:rPr>
              <a:t>://www.isa.org/training-and-certification/isa-certification/isa99iec-62443/isa99iec-62443-cybersecurity-certificate-programs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31712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IEC 60601-4-5 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It is currently available as a </a:t>
            </a:r>
            <a:r>
              <a:rPr lang="en-US" sz="1800" dirty="0" smtClean="0"/>
              <a:t>draft.</a:t>
            </a:r>
          </a:p>
          <a:p>
            <a:r>
              <a:rPr lang="en-IN" sz="1800" dirty="0" smtClean="0"/>
              <a:t>Provides </a:t>
            </a:r>
            <a:r>
              <a:rPr lang="en-IN" sz="1800" b="1" dirty="0"/>
              <a:t>detailed technical specifications </a:t>
            </a:r>
            <a:r>
              <a:rPr lang="en-IN" sz="1800" dirty="0" smtClean="0"/>
              <a:t>of security </a:t>
            </a:r>
            <a:r>
              <a:rPr lang="en-IN" sz="1800" dirty="0"/>
              <a:t>features </a:t>
            </a:r>
            <a:r>
              <a:rPr lang="en-IN" sz="1800" dirty="0" smtClean="0"/>
              <a:t>for </a:t>
            </a:r>
            <a:r>
              <a:rPr lang="en-IN" sz="1800" dirty="0"/>
              <a:t>MEDICAL DEVICES used in MEDICAL IT-NETWORKS</a:t>
            </a:r>
            <a:r>
              <a:rPr lang="en-IN" sz="1800" dirty="0" smtClean="0"/>
              <a:t>.</a:t>
            </a:r>
          </a:p>
          <a:p>
            <a:r>
              <a:rPr lang="en-IN" sz="1800" dirty="0" smtClean="0"/>
              <a:t>This </a:t>
            </a:r>
            <a:r>
              <a:rPr lang="en-IN" sz="1800" dirty="0"/>
              <a:t>standard will help you to</a:t>
            </a:r>
          </a:p>
          <a:p>
            <a:pPr lvl="1"/>
            <a:r>
              <a:rPr lang="en-IN" sz="1800" dirty="0" smtClean="0"/>
              <a:t>Develop </a:t>
            </a:r>
            <a:r>
              <a:rPr lang="en-IN" sz="1800" dirty="0"/>
              <a:t>safe </a:t>
            </a:r>
            <a:r>
              <a:rPr lang="en-IN" sz="1800" dirty="0" smtClean="0"/>
              <a:t>products</a:t>
            </a:r>
            <a:endParaRPr lang="en-IN" sz="1800" dirty="0"/>
          </a:p>
          <a:p>
            <a:pPr lvl="1"/>
            <a:r>
              <a:rPr lang="en-IN" sz="1800" dirty="0"/>
              <a:t>A</a:t>
            </a:r>
            <a:r>
              <a:rPr lang="en-IN" sz="1800" dirty="0" smtClean="0"/>
              <a:t>void </a:t>
            </a:r>
            <a:r>
              <a:rPr lang="en-IN" sz="1800" dirty="0"/>
              <a:t>unnecessary </a:t>
            </a:r>
            <a:r>
              <a:rPr lang="en-IN" sz="1800" dirty="0" smtClean="0"/>
              <a:t>expenses.</a:t>
            </a:r>
          </a:p>
          <a:p>
            <a:r>
              <a:rPr lang="en-IN" sz="1800" dirty="0" smtClean="0"/>
              <a:t>This standard gives you instructions </a:t>
            </a:r>
          </a:p>
          <a:p>
            <a:pPr lvl="1"/>
            <a:r>
              <a:rPr lang="en-IN" sz="1800" dirty="0" smtClean="0"/>
              <a:t>On which measures to implement </a:t>
            </a:r>
            <a:r>
              <a:rPr lang="en-IN" sz="1800" dirty="0"/>
              <a:t>to improve IT </a:t>
            </a:r>
            <a:r>
              <a:rPr lang="en-IN" sz="1800" dirty="0" smtClean="0"/>
              <a:t>security</a:t>
            </a:r>
          </a:p>
          <a:p>
            <a:pPr lvl="1"/>
            <a:r>
              <a:rPr lang="en-IN" sz="1800" dirty="0"/>
              <a:t>O</a:t>
            </a:r>
            <a:r>
              <a:rPr lang="en-IN" sz="1800" dirty="0" smtClean="0"/>
              <a:t>n </a:t>
            </a:r>
            <a:r>
              <a:rPr lang="en-IN" sz="1800" dirty="0"/>
              <a:t>which factors this obligation is dependent</a:t>
            </a:r>
            <a:r>
              <a:rPr lang="en-IN" sz="18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325102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sz="2800" b="1" dirty="0"/>
              <a:t>Security Levels – The central concept of IEC </a:t>
            </a:r>
            <a:r>
              <a:rPr lang="en-US" sz="2800" b="1" dirty="0" smtClean="0"/>
              <a:t>60601-4-5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smtClean="0"/>
              <a:t>The </a:t>
            </a:r>
            <a:r>
              <a:rPr lang="en-US" sz="1800" dirty="0"/>
              <a:t>standard works with three types of security level (SL):</a:t>
            </a:r>
            <a:endParaRPr lang="en-IN" sz="1800" dirty="0"/>
          </a:p>
          <a:p>
            <a:pPr lvl="0"/>
            <a:r>
              <a:rPr lang="en-US" sz="1800" b="1" dirty="0"/>
              <a:t>SL-T: The Target Security Level</a:t>
            </a:r>
            <a:r>
              <a:rPr lang="en-US" sz="1800" dirty="0"/>
              <a:t>, that one must achieve for the network including the networked medical devices, to achieve the set protection goal.</a:t>
            </a:r>
            <a:endParaRPr lang="en-IN" sz="1800" dirty="0"/>
          </a:p>
          <a:p>
            <a:pPr lvl="0"/>
            <a:r>
              <a:rPr lang="en-US" sz="1800" b="1" dirty="0"/>
              <a:t>SL-C: The Capability Security Level</a:t>
            </a:r>
            <a:r>
              <a:rPr lang="en-US" sz="1800" dirty="0"/>
              <a:t>,  that can actually achieve for the medical product and the network, if one takes measures to improve IT security.</a:t>
            </a:r>
            <a:endParaRPr lang="en-IN" sz="1800" dirty="0"/>
          </a:p>
          <a:p>
            <a:pPr lvl="0"/>
            <a:r>
              <a:rPr lang="en-US" sz="1800" b="1" dirty="0"/>
              <a:t>SL-A: The Achieved Security Level</a:t>
            </a:r>
            <a:r>
              <a:rPr lang="en-US" sz="1800" dirty="0"/>
              <a:t>, the level one actually achieves</a:t>
            </a:r>
            <a:r>
              <a:rPr lang="en-US" sz="1800" dirty="0" smtClean="0"/>
              <a:t>.</a:t>
            </a:r>
          </a:p>
          <a:p>
            <a:pPr lvl="0"/>
            <a:endParaRPr lang="en-IN" sz="1800" dirty="0"/>
          </a:p>
          <a:p>
            <a:r>
              <a:rPr lang="en-IN" sz="1800" dirty="0"/>
              <a:t>IEC 60601-4-5 encourages the implementation of safety:</a:t>
            </a:r>
          </a:p>
          <a:p>
            <a:pPr lvl="1"/>
            <a:r>
              <a:rPr lang="en-IN" sz="1800" dirty="0"/>
              <a:t>Basic Safety</a:t>
            </a:r>
          </a:p>
          <a:p>
            <a:pPr lvl="1"/>
            <a:r>
              <a:rPr lang="en-IN" sz="1800" dirty="0"/>
              <a:t>Essential Performance</a:t>
            </a:r>
          </a:p>
          <a:p>
            <a:pPr lvl="1"/>
            <a:r>
              <a:rPr lang="en-IN" sz="1800" dirty="0"/>
              <a:t>Minimum of necessary clinical functionality</a:t>
            </a:r>
          </a:p>
          <a:p>
            <a:pPr lvl="1"/>
            <a:r>
              <a:rPr lang="en-IN" sz="1800" dirty="0"/>
              <a:t>Availability of the medical device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9967212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93" r="13693"/>
          <a:stretch>
            <a:fillRect/>
          </a:stretch>
        </p:blipFill>
        <p:spPr>
          <a:xfrm>
            <a:off x="5839351" y="-1"/>
            <a:ext cx="6352651" cy="6556788"/>
          </a:xfrm>
        </p:spPr>
      </p:pic>
      <p:sp>
        <p:nvSpPr>
          <p:cNvPr id="9" name="TextBox 8"/>
          <p:cNvSpPr txBox="1"/>
          <p:nvPr/>
        </p:nvSpPr>
        <p:spPr>
          <a:xfrm>
            <a:off x="1947334" y="1998134"/>
            <a:ext cx="3489481" cy="9130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333" b="1" dirty="0">
                <a:solidFill>
                  <a:schemeClr val="bg2"/>
                </a:solidFill>
              </a:rPr>
              <a:t>Thank </a:t>
            </a:r>
            <a:r>
              <a:rPr lang="en-IN" sz="5333" b="1" dirty="0">
                <a:solidFill>
                  <a:srgbClr val="FFC000"/>
                </a:solidFill>
              </a:rPr>
              <a:t>You</a:t>
            </a:r>
            <a:r>
              <a:rPr lang="en-IN" sz="5333" b="1" dirty="0">
                <a:solidFill>
                  <a:schemeClr val="bg2"/>
                </a:solidFill>
              </a:rPr>
              <a:t> !</a:t>
            </a:r>
          </a:p>
        </p:txBody>
      </p:sp>
      <p:pic>
        <p:nvPicPr>
          <p:cNvPr id="4" name="Picture 3">
            <a:hlinkClick r:id="rId3" action="ppaction://hlinksldjump"/>
            <a:extLst>
              <a:ext uri="{FF2B5EF4-FFF2-40B4-BE49-F238E27FC236}">
                <a16:creationId xmlns:a16="http://schemas.microsoft.com/office/drawing/2014/main" xmlns="" id="{E64500E8-6DE5-420E-A176-916B47731F3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0706" t="14152" r="28593" b="50055"/>
          <a:stretch/>
        </p:blipFill>
        <p:spPr>
          <a:xfrm>
            <a:off x="11183059" y="5611181"/>
            <a:ext cx="720605" cy="700524"/>
          </a:xfrm>
          <a:prstGeom prst="ellipse">
            <a:avLst/>
          </a:prstGeom>
          <a:ln w="63500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1126415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1875</TotalTime>
  <Words>1160</Words>
  <Application>Microsoft Office PowerPoint</Application>
  <PresentationFormat>Widescreen</PresentationFormat>
  <Paragraphs>202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Calibri Light</vt:lpstr>
      <vt:lpstr>Symbol</vt:lpstr>
      <vt:lpstr>Times New Roman</vt:lpstr>
      <vt:lpstr>Office Theme</vt:lpstr>
      <vt:lpstr>SaMD (Software as a Medical Device) , SiMD (Software in a Medical Device) &amp;  IEC Standards  </vt:lpstr>
      <vt:lpstr>Agenda </vt:lpstr>
      <vt:lpstr>SaMD (Software as a Medical Device)</vt:lpstr>
      <vt:lpstr>PowerPoint Presentation</vt:lpstr>
      <vt:lpstr>PowerPoint Presentation</vt:lpstr>
      <vt:lpstr>Classification of SaMD</vt:lpstr>
      <vt:lpstr>PowerPoint Presentation</vt:lpstr>
      <vt:lpstr>SaMD Categories</vt:lpstr>
      <vt:lpstr>SiMD (Software in a Medical Device)</vt:lpstr>
      <vt:lpstr>IEC 15408 (The Common Criteria for Information Technology Security Evaluation)</vt:lpstr>
      <vt:lpstr>PowerPoint Presentation</vt:lpstr>
      <vt:lpstr>PowerPoint Presentation</vt:lpstr>
      <vt:lpstr>IEC 15408 Components</vt:lpstr>
      <vt:lpstr>PowerPoint Presentation</vt:lpstr>
      <vt:lpstr>PowerPoint Presentation</vt:lpstr>
      <vt:lpstr>Quality Assurance processes</vt:lpstr>
      <vt:lpstr>PowerPoint Presentation</vt:lpstr>
      <vt:lpstr>IEC 62443</vt:lpstr>
      <vt:lpstr>Fundamental requirements of IEC 62443</vt:lpstr>
      <vt:lpstr>PowerPoint Presentation</vt:lpstr>
      <vt:lpstr>The key standards in the IEC 62443 series</vt:lpstr>
      <vt:lpstr>PowerPoint Presentation</vt:lpstr>
      <vt:lpstr>PowerPoint Presentation</vt:lpstr>
      <vt:lpstr>PowerPoint Presentation</vt:lpstr>
      <vt:lpstr>ISA/IEC 62443 Cyber security Certification Programs</vt:lpstr>
      <vt:lpstr>IEC 60601-4-5 </vt:lpstr>
      <vt:lpstr>Security Levels – The central concept of IEC 60601-4-5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Madhura Ramojwar</dc:creator>
  <cp:lastModifiedBy>Madhura Ramojwar</cp:lastModifiedBy>
  <cp:revision>63</cp:revision>
  <dcterms:created xsi:type="dcterms:W3CDTF">2021-02-15T10:41:30Z</dcterms:created>
  <dcterms:modified xsi:type="dcterms:W3CDTF">2021-02-17T10:58:47Z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b5591f2-6b23-403d-aa5f-b6d577f5e572_Enabled">
    <vt:lpwstr>true</vt:lpwstr>
  </property>
  <property fmtid="{D5CDD505-2E9C-101B-9397-08002B2CF9AE}" pid="3" name="MSIP_Label_4b5591f2-6b23-403d-aa5f-b6d577f5e572_SetDate">
    <vt:lpwstr>2021-02-15T11:27:53Z</vt:lpwstr>
  </property>
  <property fmtid="{D5CDD505-2E9C-101B-9397-08002B2CF9AE}" pid="4" name="MSIP_Label_4b5591f2-6b23-403d-aa5f-b6d577f5e572_Method">
    <vt:lpwstr>Standard</vt:lpwstr>
  </property>
  <property fmtid="{D5CDD505-2E9C-101B-9397-08002B2CF9AE}" pid="5" name="MSIP_Label_4b5591f2-6b23-403d-aa5f-b6d577f5e572_Name">
    <vt:lpwstr>4b5591f2-6b23-403d-aa5f-b6d577f5e572</vt:lpwstr>
  </property>
  <property fmtid="{D5CDD505-2E9C-101B-9397-08002B2CF9AE}" pid="6" name="MSIP_Label_4b5591f2-6b23-403d-aa5f-b6d577f5e572_SiteId">
    <vt:lpwstr>311b3378-8e8a-4b5e-a33f-e80a3d8ba60a</vt:lpwstr>
  </property>
  <property fmtid="{D5CDD505-2E9C-101B-9397-08002B2CF9AE}" pid="7" name="MSIP_Label_4b5591f2-6b23-403d-aa5f-b6d577f5e572_ActionId">
    <vt:lpwstr>203f14b9-59f9-43b7-a276-0000b8eafd17</vt:lpwstr>
  </property>
  <property fmtid="{D5CDD505-2E9C-101B-9397-08002B2CF9AE}" pid="8" name="MSIP_Label_4b5591f2-6b23-403d-aa5f-b6d577f5e572_ContentBits">
    <vt:lpwstr>0</vt:lpwstr>
  </property>
</Properties>
</file>